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bac7896b8541c5" /><Relationship Type="http://schemas.openxmlformats.org/officeDocument/2006/relationships/extended-properties" Target="/docProps/app.xml" Id="Rd4ceb72607104b9d" /><Relationship Type="http://schemas.openxmlformats.org/officeDocument/2006/relationships/officeDocument" Target="/ppt/presentation.xml" Id="R0fd4f8ce8c384b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2c582c541e422e"/>
  </p:sldMasterIdLst>
  <p:notesMasterIdLst>
    <p:notesMasterId xmlns:r="http://schemas.openxmlformats.org/officeDocument/2006/relationships" r:id="R38bc6b2b21ee44d5"/>
  </p:notesMasterIdLst>
  <p:sldIdLst>
    <p:sldId xmlns:r="http://schemas.openxmlformats.org/officeDocument/2006/relationships" id="256" r:id="Rc98cca5d0f454915"/>
    <p:sldId xmlns:r="http://schemas.openxmlformats.org/officeDocument/2006/relationships" id="257" r:id="Rc37e1d1dd1a94a9b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f6fb813dba41d2" /><Relationship Type="http://schemas.openxmlformats.org/officeDocument/2006/relationships/slideMaster" Target="/ppt/slideMasters/slideMaster1.xml" Id="Rd42c582c541e422e" /><Relationship Type="http://schemas.openxmlformats.org/officeDocument/2006/relationships/notesMaster" Target="/ppt/notesMasters/notesMaster1.xml" Id="R38bc6b2b21ee44d5" /><Relationship Type="http://schemas.openxmlformats.org/officeDocument/2006/relationships/presProps" Target="/ppt/presProps.xml" Id="R12f981b0ad8f4e28" /><Relationship Type="http://schemas.openxmlformats.org/officeDocument/2006/relationships/tableStyles" Target="/ppt/tableStyles.xml" Id="Rf311fd1b8e884fbf" /><Relationship Type="http://schemas.openxmlformats.org/officeDocument/2006/relationships/slide" Target="/ppt/slides/slide1.xml" Id="Rc98cca5d0f454915" /><Relationship Type="http://schemas.openxmlformats.org/officeDocument/2006/relationships/slide" Target="/ppt/slides/slide2.xml" Id="Rc37e1d1dd1a94a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bfe4863f654e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b8a447c01c487e" /><Relationship Type="http://schemas.openxmlformats.org/officeDocument/2006/relationships/notesMaster" Target="/ppt/notesMasters/notesMaster1.xml" Id="R7fb68ff6abae4e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e60dcf3a884f54" /><Relationship Type="http://schemas.openxmlformats.org/officeDocument/2006/relationships/notesMaster" Target="/ppt/notesMasters/notesMaster1.xml" Id="R969e763f99ff48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49ca47ada41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d1f27442d24a2c" /><Relationship Type="http://schemas.openxmlformats.org/officeDocument/2006/relationships/slideLayout" Target="/ppt/slideLayouts/slideLayout1.xml" Id="Reaac1216f5d7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c1216f5d7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0b9749b274d82" /><Relationship Type="http://schemas.openxmlformats.org/officeDocument/2006/relationships/image" Target="/ppt/media/image.png" Id="Rc39b3cc61b1b49ea" /><Relationship Type="http://schemas.openxmlformats.org/officeDocument/2006/relationships/notesSlide" Target="/ppt/notesSlides/notesSlide1.xml" Id="Rad3eac186239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a13ad41634f34" /><Relationship Type="http://schemas.openxmlformats.org/officeDocument/2006/relationships/image" Target="/ppt/media/image2.png" Id="R0ed085c222c14371" /><Relationship Type="http://schemas.openxmlformats.org/officeDocument/2006/relationships/notesSlide" Target="/ppt/notesSlides/notesSlide2.xml" Id="R60f3ea70e9bf4d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b3cc61b1b49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22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085c222c143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64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2026-07-20T06:06:15.3590000Z</dcterms:created>
  <dcterms:modified xsi:type="dcterms:W3CDTF">2026-07-20T06:06:15.3590000Z</dcterms:modified>
</coreProperties>
</file>