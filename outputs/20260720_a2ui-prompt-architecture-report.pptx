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d5d90ce7e24584" /><Relationship Type="http://schemas.openxmlformats.org/officeDocument/2006/relationships/extended-properties" Target="/docProps/app.xml" Id="R101ae64235624b47" /><Relationship Type="http://schemas.openxmlformats.org/officeDocument/2006/relationships/officeDocument" Target="/ppt/presentation.xml" Id="Rc1c969045d3f4b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e8ec5968d4046"/>
  </p:sldMasterIdLst>
  <p:notesMasterIdLst>
    <p:notesMasterId xmlns:r="http://schemas.openxmlformats.org/officeDocument/2006/relationships" r:id="Rf078a3bf497a4ae0"/>
  </p:notesMasterIdLst>
  <p:sldIdLst>
    <p:sldId xmlns:r="http://schemas.openxmlformats.org/officeDocument/2006/relationships" id="256" r:id="R7cfb53e161b04065"/>
    <p:sldId xmlns:r="http://schemas.openxmlformats.org/officeDocument/2006/relationships" id="257" r:id="Refd93b75c5d14bbc"/>
    <p:sldId xmlns:r="http://schemas.openxmlformats.org/officeDocument/2006/relationships" id="258" r:id="R69c8d788dace421a"/>
    <p:sldId xmlns:r="http://schemas.openxmlformats.org/officeDocument/2006/relationships" id="259" r:id="R3e3dd3c96a0d4694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2528255afe46f7" /><Relationship Type="http://schemas.openxmlformats.org/officeDocument/2006/relationships/slideMaster" Target="/ppt/slideMasters/slideMaster1.xml" Id="R492e8ec5968d4046" /><Relationship Type="http://schemas.openxmlformats.org/officeDocument/2006/relationships/notesMaster" Target="/ppt/notesMasters/notesMaster1.xml" Id="Rf078a3bf497a4ae0" /><Relationship Type="http://schemas.openxmlformats.org/officeDocument/2006/relationships/presProps" Target="/ppt/presProps.xml" Id="R47b61998355b4b64" /><Relationship Type="http://schemas.openxmlformats.org/officeDocument/2006/relationships/tableStyles" Target="/ppt/tableStyles.xml" Id="Rcb4d3675ae8040cc" /><Relationship Type="http://schemas.openxmlformats.org/officeDocument/2006/relationships/slide" Target="/ppt/slides/slide1.xml" Id="R7cfb53e161b04065" /><Relationship Type="http://schemas.openxmlformats.org/officeDocument/2006/relationships/slide" Target="/ppt/slides/slide2.xml" Id="Refd93b75c5d14bbc" /><Relationship Type="http://schemas.openxmlformats.org/officeDocument/2006/relationships/slide" Target="/ppt/slides/slide3.xml" Id="R69c8d788dace421a" /><Relationship Type="http://schemas.openxmlformats.org/officeDocument/2006/relationships/slide" Target="/ppt/slides/slide4.xml" Id="R3e3dd3c96a0d46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ae4d5b3ce748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4fcc2b404b4fda" /><Relationship Type="http://schemas.openxmlformats.org/officeDocument/2006/relationships/notesMaster" Target="/ppt/notesMasters/notesMaster1.xml" Id="Red759440fa4d48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c1b4d3b81c4cf5" /><Relationship Type="http://schemas.openxmlformats.org/officeDocument/2006/relationships/notesMaster" Target="/ppt/notesMasters/notesMaster1.xml" Id="Rd9dcb6d9171340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000024d8f9419e" /><Relationship Type="http://schemas.openxmlformats.org/officeDocument/2006/relationships/notesMaster" Target="/ppt/notesMasters/notesMaster1.xml" Id="R4f4e265452594c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1de741c6fc4c6b" /><Relationship Type="http://schemas.openxmlformats.org/officeDocument/2006/relationships/notesMaster" Target="/ppt/notesMasters/notesMaster1.xml" Id="Rb59b900a8ec6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d09dd1e6840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dde2a175104158" /><Relationship Type="http://schemas.openxmlformats.org/officeDocument/2006/relationships/slideLayout" Target="/ppt/slideLayouts/slideLayout1.xml" Id="R8ab1e8bb86aa49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1e8bb86aa49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6fdb2d9b24d96" /><Relationship Type="http://schemas.openxmlformats.org/officeDocument/2006/relationships/image" Target="/ppt/media/image.png" Id="Ra38c2677f4a34523" /><Relationship Type="http://schemas.openxmlformats.org/officeDocument/2006/relationships/notesSlide" Target="/ppt/notesSlides/notesSlide1.xml" Id="Rbfc5b94c2b5b4b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6756e398e439e" /><Relationship Type="http://schemas.openxmlformats.org/officeDocument/2006/relationships/image" Target="/ppt/media/image2.png" Id="R4c1de2c6c0534ea9" /><Relationship Type="http://schemas.openxmlformats.org/officeDocument/2006/relationships/notesSlide" Target="/ppt/notesSlides/notesSlide2.xml" Id="R933a15b850904d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972ccaca8401b" /><Relationship Type="http://schemas.openxmlformats.org/officeDocument/2006/relationships/image" Target="/ppt/media/image3.png" Id="Ra1140add9bc24828" /><Relationship Type="http://schemas.openxmlformats.org/officeDocument/2006/relationships/notesSlide" Target="/ppt/notesSlides/notesSlide3.xml" Id="R8b090295150642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39d0f595c40d6" /><Relationship Type="http://schemas.openxmlformats.org/officeDocument/2006/relationships/image" Target="/ppt/media/image4.png" Id="Rbdea7ed485f14241" /><Relationship Type="http://schemas.openxmlformats.org/officeDocument/2006/relationships/notesSlide" Target="/ppt/notesSlides/notesSlide4.xml" Id="R28420cd14838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c2677f4a345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09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de2c6c0534e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94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0add9bc248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07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a7ed485f142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83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2026-07-20T05:02:27.1900000Z</dcterms:created>
  <dcterms:modified xsi:type="dcterms:W3CDTF">2026-07-20T05:02:27.1900000Z</dcterms:modified>
</coreProperties>
</file>