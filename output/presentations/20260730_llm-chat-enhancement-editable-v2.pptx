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e744b051e8429e" /><Relationship Type="http://schemas.openxmlformats.org/officeDocument/2006/relationships/extended-properties" Target="/docProps/app.xml" Id="Rddb0a40f480d417a" /><Relationship Type="http://schemas.openxmlformats.org/officeDocument/2006/relationships/officeDocument" Target="/ppt/presentation.xml" Id="R85bd3d8ed6a645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27d0b4e9674c82"/>
  </p:sldMasterIdLst>
  <p:notesMasterIdLst>
    <p:notesMasterId xmlns:r="http://schemas.openxmlformats.org/officeDocument/2006/relationships" r:id="Ra2f9aba3ca9846de"/>
  </p:notesMasterIdLst>
  <p:sldIdLst>
    <p:sldId xmlns:r="http://schemas.openxmlformats.org/officeDocument/2006/relationships" id="256" r:id="Rd85d3279a35f43c2"/>
    <p:sldId xmlns:r="http://schemas.openxmlformats.org/officeDocument/2006/relationships" id="257" r:id="R51c15ce7c8454c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7d27041f504f75" /><Relationship Type="http://schemas.openxmlformats.org/officeDocument/2006/relationships/slideMaster" Target="/ppt/slideMasters/slideMaster1.xml" Id="R8027d0b4e9674c82" /><Relationship Type="http://schemas.openxmlformats.org/officeDocument/2006/relationships/notesMaster" Target="/ppt/notesMasters/notesMaster1.xml" Id="Ra2f9aba3ca9846de" /><Relationship Type="http://schemas.openxmlformats.org/officeDocument/2006/relationships/presProps" Target="/ppt/presProps.xml" Id="R97ac07be686947d2" /><Relationship Type="http://schemas.openxmlformats.org/officeDocument/2006/relationships/tableStyles" Target="/ppt/tableStyles.xml" Id="R97287ce781584f1d" /><Relationship Type="http://schemas.openxmlformats.org/officeDocument/2006/relationships/slide" Target="/ppt/slides/slide1.xml" Id="Rd85d3279a35f43c2" /><Relationship Type="http://schemas.openxmlformats.org/officeDocument/2006/relationships/slide" Target="/ppt/slides/slide2.xml" Id="R51c15ce7c8454c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ac59bfbfab47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7cc9a686a9455d" /><Relationship Type="http://schemas.openxmlformats.org/officeDocument/2006/relationships/notesMaster" Target="/ppt/notesMasters/notesMaster1.xml" Id="Rf739205d84f34d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87ea787bb7476d" /><Relationship Type="http://schemas.openxmlformats.org/officeDocument/2006/relationships/notesMaster" Target="/ppt/notesMasters/notesMaster1.xml" Id="R748b6e27493344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29c39b03574c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429f1942214731" /><Relationship Type="http://schemas.openxmlformats.org/officeDocument/2006/relationships/slideLayout" Target="/ppt/slideLayouts/slideLayout1.xml" Id="R8e4dd769c0364a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4dd769c0364a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10bfef33b4e34" /><Relationship Type="http://schemas.openxmlformats.org/officeDocument/2006/relationships/notesSlide" Target="/ppt/notesSlides/notesSlide1.xml" Id="R14cb1172c17243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57cf8b4974908" /><Relationship Type="http://schemas.openxmlformats.org/officeDocument/2006/relationships/notesSlide" Target="/ppt/notesSlides/notesSlide2.xml" Id="R7e7a20c715334f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45CA09-8352-451D-8ED8-75A077CD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F172A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0F172A"/>
                </a:solidFill>
                <a:latin typeface="Pretendard"/>
                <a:ea typeface="Pretendard"/>
                <a:cs typeface="Pretendard"/>
              </a:rPr>
              <a:t>Embedded CUI Viewer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ECCEF49-1676-455A-8DD4-922DC2E2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요청을 이해하고 필요한 데이터를 조회한 뒤, 가장 적합한 UI를 대화 안에 표시합니다.</a:t>
            </a: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4B1E75E-94F8-4C55-B5FB-40DF464E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viewer-stage-panel-1">
            <a:extLst xmlns:a="http://schemas.openxmlformats.org/drawingml/2006/main">
              <a:ext uri="{FF2B5EF4-FFF2-40B4-BE49-F238E27FC236}">
                <a16:creationId xmlns:a16="http://schemas.microsoft.com/office/drawing/2014/main" id="{4FFAB139-AAEF-4325-81D3-08132CF4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381250" cy="24574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viewer-stage-panel-2">
            <a:extLst xmlns:a="http://schemas.openxmlformats.org/drawingml/2006/main">
              <a:ext uri="{FF2B5EF4-FFF2-40B4-BE49-F238E27FC236}">
                <a16:creationId xmlns:a16="http://schemas.microsoft.com/office/drawing/2014/main" id="{B8F22E9A-19A6-417D-ADB6-D2197535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885950"/>
            <a:ext cx="2381250" cy="24574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viewer-stage-panel-3">
            <a:extLst xmlns:a="http://schemas.openxmlformats.org/drawingml/2006/main">
              <a:ext uri="{FF2B5EF4-FFF2-40B4-BE49-F238E27FC236}">
                <a16:creationId xmlns:a16="http://schemas.microsoft.com/office/drawing/2014/main" id="{B328949A-2784-49E2-85E8-9402EF8B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85950"/>
            <a:ext cx="2381250" cy="24574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viewer-stage-panel-4">
            <a:extLst xmlns:a="http://schemas.openxmlformats.org/drawingml/2006/main">
              <a:ext uri="{FF2B5EF4-FFF2-40B4-BE49-F238E27FC236}">
                <a16:creationId xmlns:a16="http://schemas.microsoft.com/office/drawing/2014/main" id="{67474156-5536-4D1D-A7CF-91732697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885950"/>
            <a:ext cx="2381250" cy="24574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request-browser-shell">
            <a:extLst xmlns:a="http://schemas.openxmlformats.org/drawingml/2006/main">
              <a:ext uri="{FF2B5EF4-FFF2-40B4-BE49-F238E27FC236}">
                <a16:creationId xmlns:a16="http://schemas.microsoft.com/office/drawing/2014/main" id="{3AC2EF08-1055-4C3A-8FF5-550BAB99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1962150" cy="1981200"/>
          </a:xfrm>
          <a:prstGeom xmlns:a="http://schemas.openxmlformats.org/drawingml/2006/main" prst="roundRect">
            <a:avLst>
              <a:gd name="adj" fmla="val 4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9" name="request-browser-header-divider">
            <a:extLst xmlns:a="http://schemas.openxmlformats.org/drawingml/2006/main">
              <a:ext uri="{FF2B5EF4-FFF2-40B4-BE49-F238E27FC236}">
                <a16:creationId xmlns:a16="http://schemas.microsoft.com/office/drawing/2014/main" id="{A1F39337-F74C-4F01-9143-ECD934D1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90775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request-browser-dot-1">
            <a:extLst xmlns:a="http://schemas.openxmlformats.org/drawingml/2006/main">
              <a:ext uri="{FF2B5EF4-FFF2-40B4-BE49-F238E27FC236}">
                <a16:creationId xmlns:a16="http://schemas.microsoft.com/office/drawing/2014/main" id="{0E32AFF5-EEFA-4111-8BEA-06E32142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09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1" name="request-browser-dot-2">
            <a:extLst xmlns:a="http://schemas.openxmlformats.org/drawingml/2006/main">
              <a:ext uri="{FF2B5EF4-FFF2-40B4-BE49-F238E27FC236}">
                <a16:creationId xmlns:a16="http://schemas.microsoft.com/office/drawing/2014/main" id="{D2C6E9F0-EDF9-41F8-A7BC-ECBD72A4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2" name="request-browser-dot-3">
            <a:extLst xmlns:a="http://schemas.openxmlformats.org/drawingml/2006/main">
              <a:ext uri="{FF2B5EF4-FFF2-40B4-BE49-F238E27FC236}">
                <a16:creationId xmlns:a16="http://schemas.microsoft.com/office/drawing/2014/main" id="{402653ED-0C83-43EE-9666-F1C143C3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209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3" name="request-avatar">
            <a:extLst xmlns:a="http://schemas.openxmlformats.org/drawingml/2006/main">
              <a:ext uri="{FF2B5EF4-FFF2-40B4-BE49-F238E27FC236}">
                <a16:creationId xmlns:a16="http://schemas.microsoft.com/office/drawing/2014/main" id="{356559A7-CC36-4A3C-913B-F57EF4B5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request-avatar-head">
            <a:extLst xmlns:a="http://schemas.openxmlformats.org/drawingml/2006/main">
              <a:ext uri="{FF2B5EF4-FFF2-40B4-BE49-F238E27FC236}">
                <a16:creationId xmlns:a16="http://schemas.microsoft.com/office/drawing/2014/main" id="{6107B812-7027-4DF9-ABB4-3703911F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638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5" name="request-avatar-body">
            <a:extLst xmlns:a="http://schemas.openxmlformats.org/drawingml/2006/main">
              <a:ext uri="{FF2B5EF4-FFF2-40B4-BE49-F238E27FC236}">
                <a16:creationId xmlns:a16="http://schemas.microsoft.com/office/drawing/2014/main" id="{97388053-F53F-4D78-8ED9-19B34776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62250"/>
            <a:ext cx="2095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6" name="request-bubble">
            <a:extLst xmlns:a="http://schemas.openxmlformats.org/drawingml/2006/main">
              <a:ext uri="{FF2B5EF4-FFF2-40B4-BE49-F238E27FC236}">
                <a16:creationId xmlns:a16="http://schemas.microsoft.com/office/drawing/2014/main" id="{B32C3027-45BE-47ED-BF9E-65E8944D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52700"/>
            <a:ext cx="123825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EFF6FF"/>
            </a:solidFill>
            <a:prstDash val="solid"/>
          </a:ln>
        </p:spPr>
      </p:sp>
      <p:sp>
        <p:nvSpPr>
          <p:cNvPr id="17" name="request-line-1">
            <a:extLst xmlns:a="http://schemas.openxmlformats.org/drawingml/2006/main">
              <a:ext uri="{FF2B5EF4-FFF2-40B4-BE49-F238E27FC236}">
                <a16:creationId xmlns:a16="http://schemas.microsoft.com/office/drawing/2014/main" id="{BB68ECF4-28DB-4CE8-BF06-4912B3E0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819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request-line-2">
            <a:extLst xmlns:a="http://schemas.openxmlformats.org/drawingml/2006/main">
              <a:ext uri="{FF2B5EF4-FFF2-40B4-BE49-F238E27FC236}">
                <a16:creationId xmlns:a16="http://schemas.microsoft.com/office/drawing/2014/main" id="{150F19D8-89DD-4CB4-BB3E-8F6A0CC8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905125"/>
            <a:ext cx="5524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3C5FD"/>
          </a:solidFill>
          <a:ln xmlns:a="http://schemas.openxmlformats.org/drawingml/2006/main" w="0">
            <a:solidFill>
              <a:srgbClr val="93C5FD"/>
            </a:solidFill>
            <a:prstDash val="solid"/>
          </a:ln>
        </p:spPr>
      </p:sp>
      <p:sp>
        <p:nvSpPr>
          <p:cNvPr id="19" name="request-composer">
            <a:extLst xmlns:a="http://schemas.openxmlformats.org/drawingml/2006/main">
              <a:ext uri="{FF2B5EF4-FFF2-40B4-BE49-F238E27FC236}">
                <a16:creationId xmlns:a16="http://schemas.microsoft.com/office/drawing/2014/main" id="{0990E2F2-F81B-4219-9DD4-392D3449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86150"/>
            <a:ext cx="16573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request-composer-line">
            <a:extLst xmlns:a="http://schemas.openxmlformats.org/drawingml/2006/main">
              <a:ext uri="{FF2B5EF4-FFF2-40B4-BE49-F238E27FC236}">
                <a16:creationId xmlns:a16="http://schemas.microsoft.com/office/drawing/2014/main" id="{F3A45BAC-606B-48AB-84A5-EA24B050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838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1" name="request-send">
            <a:extLst xmlns:a="http://schemas.openxmlformats.org/drawingml/2006/main">
              <a:ext uri="{FF2B5EF4-FFF2-40B4-BE49-F238E27FC236}">
                <a16:creationId xmlns:a16="http://schemas.microsoft.com/office/drawing/2014/main" id="{656718A7-A55A-46B9-BAF7-1651F5E8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5718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2" name="lookup-ai">
            <a:extLst xmlns:a="http://schemas.openxmlformats.org/drawingml/2006/main">
              <a:ext uri="{FF2B5EF4-FFF2-40B4-BE49-F238E27FC236}">
                <a16:creationId xmlns:a16="http://schemas.microsoft.com/office/drawing/2014/main" id="{4EF9F743-B147-4BF5-B2AB-C384BE07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1336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</a:t>
            </a:r>
          </a:p>
        </p:txBody>
      </p:sp>
      <p:sp>
        <p:nvSpPr>
          <p:cNvPr id="23" name="lookup-source-1">
            <a:extLst xmlns:a="http://schemas.openxmlformats.org/drawingml/2006/main">
              <a:ext uri="{FF2B5EF4-FFF2-40B4-BE49-F238E27FC236}">
                <a16:creationId xmlns:a16="http://schemas.microsoft.com/office/drawing/2014/main" id="{8E9AD58B-F123-4C34-915B-9FDAF47B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14700"/>
            <a:ext cx="552450" cy="5905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lookup-source-2">
            <a:extLst xmlns:a="http://schemas.openxmlformats.org/drawingml/2006/main">
              <a:ext uri="{FF2B5EF4-FFF2-40B4-BE49-F238E27FC236}">
                <a16:creationId xmlns:a16="http://schemas.microsoft.com/office/drawing/2014/main" id="{79957F42-F95D-4C06-BFF4-6BEDB473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314700"/>
            <a:ext cx="552450" cy="5905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563EB"/>
            </a:solidFill>
            <a:prstDash val="solid"/>
          </a:ln>
        </p:spPr>
      </p:sp>
      <p:sp>
        <p:nvSpPr>
          <p:cNvPr id="25" name="lookup-source-3">
            <a:extLst xmlns:a="http://schemas.openxmlformats.org/drawingml/2006/main">
              <a:ext uri="{FF2B5EF4-FFF2-40B4-BE49-F238E27FC236}">
                <a16:creationId xmlns:a16="http://schemas.microsoft.com/office/drawing/2014/main" id="{761609A7-056E-4D30-AED8-1A2AE397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314700"/>
            <a:ext cx="552450" cy="5905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lookup-source-1-line-1">
            <a:extLst xmlns:a="http://schemas.openxmlformats.org/drawingml/2006/main">
              <a:ext uri="{FF2B5EF4-FFF2-40B4-BE49-F238E27FC236}">
                <a16:creationId xmlns:a16="http://schemas.microsoft.com/office/drawing/2014/main" id="{19ECA5F8-CEE7-435F-91EA-E300B477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05200"/>
            <a:ext cx="304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7" name="lookup-source-1-line-2">
            <a:extLst xmlns:a="http://schemas.openxmlformats.org/drawingml/2006/main">
              <a:ext uri="{FF2B5EF4-FFF2-40B4-BE49-F238E27FC236}">
                <a16:creationId xmlns:a16="http://schemas.microsoft.com/office/drawing/2014/main" id="{1BDCA9BE-D75A-4F57-84BF-F037CA96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38550"/>
            <a:ext cx="21907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8" name="lookup-source-2-line-1">
            <a:extLst xmlns:a="http://schemas.openxmlformats.org/drawingml/2006/main">
              <a:ext uri="{FF2B5EF4-FFF2-40B4-BE49-F238E27FC236}">
                <a16:creationId xmlns:a16="http://schemas.microsoft.com/office/drawing/2014/main" id="{0FFAFA68-B499-4891-AD96-E530F2D0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05200"/>
            <a:ext cx="304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3C5FD"/>
          </a:solidFill>
          <a:ln xmlns:a="http://schemas.openxmlformats.org/drawingml/2006/main" w="0">
            <a:solidFill>
              <a:srgbClr val="93C5FD"/>
            </a:solidFill>
            <a:prstDash val="solid"/>
          </a:ln>
        </p:spPr>
      </p:sp>
      <p:sp>
        <p:nvSpPr>
          <p:cNvPr id="29" name="lookup-source-2-line-2">
            <a:extLst xmlns:a="http://schemas.openxmlformats.org/drawingml/2006/main">
              <a:ext uri="{FF2B5EF4-FFF2-40B4-BE49-F238E27FC236}">
                <a16:creationId xmlns:a16="http://schemas.microsoft.com/office/drawing/2014/main" id="{992F1560-A11D-48C1-9FD5-122AB828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38550"/>
            <a:ext cx="21907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30" name="lookup-source-3-line-1">
            <a:extLst xmlns:a="http://schemas.openxmlformats.org/drawingml/2006/main">
              <a:ext uri="{FF2B5EF4-FFF2-40B4-BE49-F238E27FC236}">
                <a16:creationId xmlns:a16="http://schemas.microsoft.com/office/drawing/2014/main" id="{155D6115-3330-46E6-8F59-FCDA6D0E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05200"/>
            <a:ext cx="304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1" name="lookup-source-3-line-2">
            <a:extLst xmlns:a="http://schemas.openxmlformats.org/drawingml/2006/main">
              <a:ext uri="{FF2B5EF4-FFF2-40B4-BE49-F238E27FC236}">
                <a16:creationId xmlns:a16="http://schemas.microsoft.com/office/drawing/2014/main" id="{33113DDF-3AE7-42C2-AF0F-A84881BB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38550"/>
            <a:ext cx="21907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32" name="lookup-up-arrow">
            <a:extLst xmlns:a="http://schemas.openxmlformats.org/drawingml/2006/main">
              <a:ext uri="{FF2B5EF4-FFF2-40B4-BE49-F238E27FC236}">
                <a16:creationId xmlns:a16="http://schemas.microsoft.com/office/drawing/2014/main" id="{46AD2D6E-6811-4A4A-8CF9-13DA4C42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67025"/>
            <a:ext cx="114300" cy="3238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3" name="ui-option-1">
            <a:extLst xmlns:a="http://schemas.openxmlformats.org/drawingml/2006/main">
              <a:ext uri="{FF2B5EF4-FFF2-40B4-BE49-F238E27FC236}">
                <a16:creationId xmlns:a16="http://schemas.microsoft.com/office/drawing/2014/main" id="{F013301E-4BA6-429A-A8B8-0A86573B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4100"/>
            <a:ext cx="552450" cy="14287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ui-option-1-image">
            <a:extLst xmlns:a="http://schemas.openxmlformats.org/drawingml/2006/main">
              <a:ext uri="{FF2B5EF4-FFF2-40B4-BE49-F238E27FC236}">
                <a16:creationId xmlns:a16="http://schemas.microsoft.com/office/drawing/2014/main" id="{CCAEC804-CBB3-4EC3-A9E9-234F59A5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361950" cy="4000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ui-option-1-line-1">
            <a:extLst xmlns:a="http://schemas.openxmlformats.org/drawingml/2006/main">
              <a:ext uri="{FF2B5EF4-FFF2-40B4-BE49-F238E27FC236}">
                <a16:creationId xmlns:a16="http://schemas.microsoft.com/office/drawing/2014/main" id="{E8A61C91-36C8-4F68-AE7B-EE145B37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62300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6" name="ui-option-1-line-2">
            <a:extLst xmlns:a="http://schemas.openxmlformats.org/drawingml/2006/main">
              <a:ext uri="{FF2B5EF4-FFF2-40B4-BE49-F238E27FC236}">
                <a16:creationId xmlns:a16="http://schemas.microsoft.com/office/drawing/2014/main" id="{CCD3AAC8-750B-499E-A24D-8DC716AA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05175"/>
            <a:ext cx="2667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37" name="ui-option-1-line-3">
            <a:extLst xmlns:a="http://schemas.openxmlformats.org/drawingml/2006/main">
              <a:ext uri="{FF2B5EF4-FFF2-40B4-BE49-F238E27FC236}">
                <a16:creationId xmlns:a16="http://schemas.microsoft.com/office/drawing/2014/main" id="{19FA863A-E97B-41E5-BCA2-62AE0585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38" name="ui-option-2">
            <a:extLst xmlns:a="http://schemas.openxmlformats.org/drawingml/2006/main">
              <a:ext uri="{FF2B5EF4-FFF2-40B4-BE49-F238E27FC236}">
                <a16:creationId xmlns:a16="http://schemas.microsoft.com/office/drawing/2014/main" id="{0C2CE628-572C-469C-9A8D-B910FDE2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24100"/>
            <a:ext cx="552450" cy="14287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563EB"/>
            </a:solidFill>
            <a:prstDash val="solid"/>
          </a:ln>
        </p:spPr>
      </p:sp>
      <p:sp>
        <p:nvSpPr>
          <p:cNvPr id="39" name="ui-grid-0-0">
            <a:extLst xmlns:a="http://schemas.openxmlformats.org/drawingml/2006/main">
              <a:ext uri="{FF2B5EF4-FFF2-40B4-BE49-F238E27FC236}">
                <a16:creationId xmlns:a16="http://schemas.microsoft.com/office/drawing/2014/main" id="{A789723D-A376-4EBD-9E12-75E4F2EC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7650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0" name="ui-grid-0-1">
            <a:extLst xmlns:a="http://schemas.openxmlformats.org/drawingml/2006/main">
              <a:ext uri="{FF2B5EF4-FFF2-40B4-BE49-F238E27FC236}">
                <a16:creationId xmlns:a16="http://schemas.microsoft.com/office/drawing/2014/main" id="{25FCB3DA-D5F8-42F0-97E1-0FB23F12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47650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1" name="ui-grid-1-0">
            <a:extLst xmlns:a="http://schemas.openxmlformats.org/drawingml/2006/main">
              <a:ext uri="{FF2B5EF4-FFF2-40B4-BE49-F238E27FC236}">
                <a16:creationId xmlns:a16="http://schemas.microsoft.com/office/drawing/2014/main" id="{E0EB4E0B-D251-4B11-97B9-0AEFAEAD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66700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2" name="ui-grid-1-1">
            <a:extLst xmlns:a="http://schemas.openxmlformats.org/drawingml/2006/main">
              <a:ext uri="{FF2B5EF4-FFF2-40B4-BE49-F238E27FC236}">
                <a16:creationId xmlns:a16="http://schemas.microsoft.com/office/drawing/2014/main" id="{FDABB292-27DE-4424-A8DF-54AC8BA4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66700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3" name="ui-grid-2-0">
            <a:extLst xmlns:a="http://schemas.openxmlformats.org/drawingml/2006/main">
              <a:ext uri="{FF2B5EF4-FFF2-40B4-BE49-F238E27FC236}">
                <a16:creationId xmlns:a16="http://schemas.microsoft.com/office/drawing/2014/main" id="{A2BBE719-8BC6-4FB9-AE87-DA32BAC6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85750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4" name="ui-grid-2-1">
            <a:extLst xmlns:a="http://schemas.openxmlformats.org/drawingml/2006/main">
              <a:ext uri="{FF2B5EF4-FFF2-40B4-BE49-F238E27FC236}">
                <a16:creationId xmlns:a16="http://schemas.microsoft.com/office/drawing/2014/main" id="{BDB9B723-080D-4D5B-BF78-C8D8C0F8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85750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5" name="ui-option-2-line-1">
            <a:extLst xmlns:a="http://schemas.openxmlformats.org/drawingml/2006/main">
              <a:ext uri="{FF2B5EF4-FFF2-40B4-BE49-F238E27FC236}">
                <a16:creationId xmlns:a16="http://schemas.microsoft.com/office/drawing/2014/main" id="{7779CB5E-5D05-4B5A-A6A1-8785C640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62300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3C5FD"/>
          </a:solidFill>
          <a:ln xmlns:a="http://schemas.openxmlformats.org/drawingml/2006/main" w="0">
            <a:solidFill>
              <a:srgbClr val="93C5FD"/>
            </a:solidFill>
            <a:prstDash val="solid"/>
          </a:ln>
        </p:spPr>
      </p:sp>
      <p:sp>
        <p:nvSpPr>
          <p:cNvPr id="46" name="ui-option-2-line-2">
            <a:extLst xmlns:a="http://schemas.openxmlformats.org/drawingml/2006/main">
              <a:ext uri="{FF2B5EF4-FFF2-40B4-BE49-F238E27FC236}">
                <a16:creationId xmlns:a16="http://schemas.microsoft.com/office/drawing/2014/main" id="{8769A4C8-3BA0-4D8C-AD67-EBBCF839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05175"/>
            <a:ext cx="2667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7" name="ui-option-2-line-3">
            <a:extLst xmlns:a="http://schemas.openxmlformats.org/drawingml/2006/main">
              <a:ext uri="{FF2B5EF4-FFF2-40B4-BE49-F238E27FC236}">
                <a16:creationId xmlns:a16="http://schemas.microsoft.com/office/drawing/2014/main" id="{499FA072-6B8C-4124-9AC9-47C772FC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48050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8" name="ui-option-3">
            <a:extLst xmlns:a="http://schemas.openxmlformats.org/drawingml/2006/main">
              <a:ext uri="{FF2B5EF4-FFF2-40B4-BE49-F238E27FC236}">
                <a16:creationId xmlns:a16="http://schemas.microsoft.com/office/drawing/2014/main" id="{6C599121-67DB-4F74-89BA-47C503D2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24100"/>
            <a:ext cx="552450" cy="14287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9" name="ui-option-3-avatar">
            <a:extLst xmlns:a="http://schemas.openxmlformats.org/drawingml/2006/main">
              <a:ext uri="{FF2B5EF4-FFF2-40B4-BE49-F238E27FC236}">
                <a16:creationId xmlns:a16="http://schemas.microsoft.com/office/drawing/2014/main" id="{3FE2E06C-90FC-417B-810A-1E3D9BC2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0" name="ui-option-3-line-1">
            <a:extLst xmlns:a="http://schemas.openxmlformats.org/drawingml/2006/main">
              <a:ext uri="{FF2B5EF4-FFF2-40B4-BE49-F238E27FC236}">
                <a16:creationId xmlns:a16="http://schemas.microsoft.com/office/drawing/2014/main" id="{67AC411D-6E0D-4A17-AE9F-D6A2DA82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62300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51" name="ui-option-3-line-2">
            <a:extLst xmlns:a="http://schemas.openxmlformats.org/drawingml/2006/main">
              <a:ext uri="{FF2B5EF4-FFF2-40B4-BE49-F238E27FC236}">
                <a16:creationId xmlns:a16="http://schemas.microsoft.com/office/drawing/2014/main" id="{ED8EE28E-E366-4AEF-8FA1-C2F6C429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05175"/>
            <a:ext cx="2667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2" name="ui-option-3-line-3">
            <a:extLst xmlns:a="http://schemas.openxmlformats.org/drawingml/2006/main">
              <a:ext uri="{FF2B5EF4-FFF2-40B4-BE49-F238E27FC236}">
                <a16:creationId xmlns:a16="http://schemas.microsoft.com/office/drawing/2014/main" id="{F8902983-30F8-43E6-8912-555916D0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48050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3" name="ui-selected-check">
            <a:extLst xmlns:a="http://schemas.openxmlformats.org/drawingml/2006/main">
              <a:ext uri="{FF2B5EF4-FFF2-40B4-BE49-F238E27FC236}">
                <a16:creationId xmlns:a16="http://schemas.microsoft.com/office/drawing/2014/main" id="{0EA8306A-EF2A-4F0F-8B1B-264C13B1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812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86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386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54" name="result-browser-shell">
            <a:extLst xmlns:a="http://schemas.openxmlformats.org/drawingml/2006/main">
              <a:ext uri="{FF2B5EF4-FFF2-40B4-BE49-F238E27FC236}">
                <a16:creationId xmlns:a16="http://schemas.microsoft.com/office/drawing/2014/main" id="{A82561E9-CB4D-47F4-B015-6FDED45F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95500"/>
            <a:ext cx="1600200" cy="19812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55" name="result-browser-header-divider">
            <a:extLst xmlns:a="http://schemas.openxmlformats.org/drawingml/2006/main">
              <a:ext uri="{FF2B5EF4-FFF2-40B4-BE49-F238E27FC236}">
                <a16:creationId xmlns:a16="http://schemas.microsoft.com/office/drawing/2014/main" id="{BB1E7949-30C3-4437-8474-5BFE7FBB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907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6" name="result-browser-dot-1">
            <a:extLst xmlns:a="http://schemas.openxmlformats.org/drawingml/2006/main">
              <a:ext uri="{FF2B5EF4-FFF2-40B4-BE49-F238E27FC236}">
                <a16:creationId xmlns:a16="http://schemas.microsoft.com/office/drawing/2014/main" id="{3415B2C2-EDD8-414D-8294-B000F34D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09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57" name="result-browser-dot-2">
            <a:extLst xmlns:a="http://schemas.openxmlformats.org/drawingml/2006/main">
              <a:ext uri="{FF2B5EF4-FFF2-40B4-BE49-F238E27FC236}">
                <a16:creationId xmlns:a16="http://schemas.microsoft.com/office/drawing/2014/main" id="{C17A52F3-D0C9-42EB-9379-16294358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209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58" name="result-browser-dot-3">
            <a:extLst xmlns:a="http://schemas.openxmlformats.org/drawingml/2006/main">
              <a:ext uri="{FF2B5EF4-FFF2-40B4-BE49-F238E27FC236}">
                <a16:creationId xmlns:a16="http://schemas.microsoft.com/office/drawing/2014/main" id="{C8D62D64-2860-4E4B-BF0D-157B02EA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09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59" name="result-inline-card">
            <a:extLst xmlns:a="http://schemas.openxmlformats.org/drawingml/2006/main">
              <a:ext uri="{FF2B5EF4-FFF2-40B4-BE49-F238E27FC236}">
                <a16:creationId xmlns:a16="http://schemas.microsoft.com/office/drawing/2014/main" id="{76E9DA2E-2147-434D-AE98-AFA220AA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781300"/>
            <a:ext cx="11811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93C5FD"/>
            </a:solidFill>
            <a:prstDash val="solid"/>
          </a:ln>
        </p:spPr>
      </p:sp>
      <p:sp>
        <p:nvSpPr>
          <p:cNvPr id="60" name="result-inline-thumb">
            <a:extLst xmlns:a="http://schemas.openxmlformats.org/drawingml/2006/main">
              <a:ext uri="{FF2B5EF4-FFF2-40B4-BE49-F238E27FC236}">
                <a16:creationId xmlns:a16="http://schemas.microsoft.com/office/drawing/2014/main" id="{773C82C5-4A16-493F-9BEC-42DFCA84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43225"/>
            <a:ext cx="361950" cy="4381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1" name="result-inline-line-1">
            <a:extLst xmlns:a="http://schemas.openxmlformats.org/drawingml/2006/main">
              <a:ext uri="{FF2B5EF4-FFF2-40B4-BE49-F238E27FC236}">
                <a16:creationId xmlns:a16="http://schemas.microsoft.com/office/drawing/2014/main" id="{0F8BEA6B-2AAE-47F3-B8EF-0D3A8A3A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990850"/>
            <a:ext cx="42862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2" name="result-inline-line-2">
            <a:extLst xmlns:a="http://schemas.openxmlformats.org/drawingml/2006/main">
              <a:ext uri="{FF2B5EF4-FFF2-40B4-BE49-F238E27FC236}">
                <a16:creationId xmlns:a16="http://schemas.microsoft.com/office/drawing/2014/main" id="{9102B23E-FF97-47FC-BAD8-7C9B1BD6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152775"/>
            <a:ext cx="31432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63" name="result-inline-line-3">
            <a:extLst xmlns:a="http://schemas.openxmlformats.org/drawingml/2006/main">
              <a:ext uri="{FF2B5EF4-FFF2-40B4-BE49-F238E27FC236}">
                <a16:creationId xmlns:a16="http://schemas.microsoft.com/office/drawing/2014/main" id="{2A5C9FD9-8FD0-49AC-B5C4-11435377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314700"/>
            <a:ext cx="39052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64" name="result-popup">
            <a:extLst xmlns:a="http://schemas.openxmlformats.org/drawingml/2006/main">
              <a:ext uri="{FF2B5EF4-FFF2-40B4-BE49-F238E27FC236}">
                <a16:creationId xmlns:a16="http://schemas.microsoft.com/office/drawing/2014/main" id="{19759840-9789-4531-BED0-37F17681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552700"/>
            <a:ext cx="895350" cy="13525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5" name="result-popup-divider">
            <a:extLst xmlns:a="http://schemas.openxmlformats.org/drawingml/2006/main">
              <a:ext uri="{FF2B5EF4-FFF2-40B4-BE49-F238E27FC236}">
                <a16:creationId xmlns:a16="http://schemas.microsoft.com/office/drawing/2014/main" id="{6EAE71AE-C51E-466A-86AF-BEF61B5A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83845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6" name="result-popup-close">
            <a:extLst xmlns:a="http://schemas.openxmlformats.org/drawingml/2006/main">
              <a:ext uri="{FF2B5EF4-FFF2-40B4-BE49-F238E27FC236}">
                <a16:creationId xmlns:a16="http://schemas.microsoft.com/office/drawing/2014/main" id="{2030CD3E-B30F-4BE1-BD49-E3B43828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25527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×</a:t>
            </a:r>
          </a:p>
        </p:txBody>
      </p:sp>
      <p:sp>
        <p:nvSpPr>
          <p:cNvPr id="67" name="result-popup-thumb">
            <a:extLst xmlns:a="http://schemas.openxmlformats.org/drawingml/2006/main">
              <a:ext uri="{FF2B5EF4-FFF2-40B4-BE49-F238E27FC236}">
                <a16:creationId xmlns:a16="http://schemas.microsoft.com/office/drawing/2014/main" id="{B19C554A-05F8-4423-9524-6F7DBEFD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2981325"/>
            <a:ext cx="276225" cy="33337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8" name="result-popup-line-1">
            <a:extLst xmlns:a="http://schemas.openxmlformats.org/drawingml/2006/main">
              <a:ext uri="{FF2B5EF4-FFF2-40B4-BE49-F238E27FC236}">
                <a16:creationId xmlns:a16="http://schemas.microsoft.com/office/drawing/2014/main" id="{26DF1041-9DBC-48F8-BC47-12E2145F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019425"/>
            <a:ext cx="2857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9" name="result-popup-line-2">
            <a:extLst xmlns:a="http://schemas.openxmlformats.org/drawingml/2006/main">
              <a:ext uri="{FF2B5EF4-FFF2-40B4-BE49-F238E27FC236}">
                <a16:creationId xmlns:a16="http://schemas.microsoft.com/office/drawing/2014/main" id="{91C7BEFC-5555-4530-9ABD-AD07CDA6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143250"/>
            <a:ext cx="2286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70" name="result-popup-line-3">
            <a:extLst xmlns:a="http://schemas.openxmlformats.org/drawingml/2006/main">
              <a:ext uri="{FF2B5EF4-FFF2-40B4-BE49-F238E27FC236}">
                <a16:creationId xmlns:a16="http://schemas.microsoft.com/office/drawing/2014/main" id="{AE989EBA-913C-4068-9E05-D372520F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3486150"/>
            <a:ext cx="6286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71" name="result-expand-arrow">
            <a:extLst xmlns:a="http://schemas.openxmlformats.org/drawingml/2006/main">
              <a:ext uri="{FF2B5EF4-FFF2-40B4-BE49-F238E27FC236}">
                <a16:creationId xmlns:a16="http://schemas.microsoft.com/office/drawing/2014/main" id="{A9BD90D9-13E9-4CCC-80A5-E970FC77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381250"/>
            <a:ext cx="24765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72" name="viewer-stage-arrow-1">
            <a:extLst xmlns:a="http://schemas.openxmlformats.org/drawingml/2006/main">
              <a:ext uri="{FF2B5EF4-FFF2-40B4-BE49-F238E27FC236}">
                <a16:creationId xmlns:a16="http://schemas.microsoft.com/office/drawing/2014/main" id="{7F3E7979-D549-4193-BC0D-5820224F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2381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73" name="viewer-stage-arrow-2">
            <a:extLst xmlns:a="http://schemas.openxmlformats.org/drawingml/2006/main">
              <a:ext uri="{FF2B5EF4-FFF2-40B4-BE49-F238E27FC236}">
                <a16:creationId xmlns:a16="http://schemas.microsoft.com/office/drawing/2014/main" id="{825C0AB3-769D-416D-A89F-75D384E8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048000"/>
            <a:ext cx="2381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74" name="viewer-stage-arrow-3">
            <a:extLst xmlns:a="http://schemas.openxmlformats.org/drawingml/2006/main">
              <a:ext uri="{FF2B5EF4-FFF2-40B4-BE49-F238E27FC236}">
                <a16:creationId xmlns:a16="http://schemas.microsoft.com/office/drawing/2014/main" id="{C59EB5E5-A657-4D13-AF54-0FCE7CA7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48000"/>
            <a:ext cx="2381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75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B1A98179-BE41-46A3-884D-D088B38B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F172A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0F172A"/>
                </a:solidFill>
                <a:latin typeface="Pretendard"/>
                <a:ea typeface="Pretendard"/>
                <a:cs typeface="Pretendard"/>
              </a:rPr>
              <a:t>요청</a:t>
            </a:r>
          </a:p>
        </p:txBody>
      </p:sp>
      <p:sp>
        <p:nvSpPr>
          <p:cNvPr id="76" name="stage-1-caption">
            <a:extLst xmlns:a="http://schemas.openxmlformats.org/drawingml/2006/main">
              <a:ext uri="{FF2B5EF4-FFF2-40B4-BE49-F238E27FC236}">
                <a16:creationId xmlns:a16="http://schemas.microsoft.com/office/drawing/2014/main" id="{E37C15EF-D5CA-4483-ADE9-4D54C5CD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2266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필요한 정보를</a:t>
            </a:r>
          </a:p>
          <a:p xmlns:a="http://schemas.openxmlformats.org/drawingml/2006/main">
            <a:pPr algn="ctr">
              <a:def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자연어로 요청</a:t>
            </a:r>
          </a:p>
        </p:txBody>
      </p:sp>
      <p:sp>
        <p:nvSpPr>
          <p:cNvPr id="77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F5ECB206-307D-4288-AFD6-7155ADFB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5529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F172A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0F172A"/>
                </a:solidFill>
                <a:latin typeface="Pretendard"/>
                <a:ea typeface="Pretendard"/>
                <a:cs typeface="Pretendard"/>
              </a:rPr>
              <a:t>정보 조회</a:t>
            </a:r>
          </a:p>
        </p:txBody>
      </p:sp>
      <p:sp>
        <p:nvSpPr>
          <p:cNvPr id="78" name="stage-2-caption">
            <a:extLst xmlns:a="http://schemas.openxmlformats.org/drawingml/2006/main">
              <a:ext uri="{FF2B5EF4-FFF2-40B4-BE49-F238E27FC236}">
                <a16:creationId xmlns:a16="http://schemas.microsoft.com/office/drawing/2014/main" id="{5D1C744C-828C-4E8D-969C-3F6CCE96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981575"/>
            <a:ext cx="2266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AI가 필요한</a:t>
            </a:r>
          </a:p>
          <a:p xmlns:a="http://schemas.openxmlformats.org/drawingml/2006/main">
            <a:pPr algn="ctr">
              <a:def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업무 데이터를 조회</a:t>
            </a:r>
          </a:p>
        </p:txBody>
      </p:sp>
      <p:sp>
        <p:nvSpPr>
          <p:cNvPr id="79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64042FB4-35D9-4624-8186-3897572E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529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F172A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0F172A"/>
                </a:solidFill>
                <a:latin typeface="Pretendard"/>
                <a:ea typeface="Pretendard"/>
                <a:cs typeface="Pretendard"/>
              </a:rPr>
              <a:t>UI 선택</a:t>
            </a:r>
          </a:p>
        </p:txBody>
      </p:sp>
      <p:sp>
        <p:nvSpPr>
          <p:cNvPr id="80" name="stage-3-caption">
            <a:extLst xmlns:a="http://schemas.openxmlformats.org/drawingml/2006/main">
              <a:ext uri="{FF2B5EF4-FFF2-40B4-BE49-F238E27FC236}">
                <a16:creationId xmlns:a16="http://schemas.microsoft.com/office/drawing/2014/main" id="{3FF1003E-A69C-466C-80E8-D43FCBC9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81575"/>
            <a:ext cx="2266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데이터에 맞는</a:t>
            </a:r>
          </a:p>
          <a:p xmlns:a="http://schemas.openxmlformats.org/drawingml/2006/main">
            <a:pPr algn="ctr">
              <a:def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화면 유형 선택</a:t>
            </a:r>
          </a:p>
        </p:txBody>
      </p:sp>
      <p:sp>
        <p:nvSpPr>
          <p:cNvPr id="81" name="stage-4-title">
            <a:extLst xmlns:a="http://schemas.openxmlformats.org/drawingml/2006/main">
              <a:ext uri="{FF2B5EF4-FFF2-40B4-BE49-F238E27FC236}">
                <a16:creationId xmlns:a16="http://schemas.microsoft.com/office/drawing/2014/main" id="{7B3E1B67-8AB9-4137-A122-B3EEE8A2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5529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F172A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0F172A"/>
                </a:solidFill>
                <a:latin typeface="Pretendard"/>
                <a:ea typeface="Pretendard"/>
                <a:cs typeface="Pretendard"/>
              </a:rPr>
              <a:t>결과 표시</a:t>
            </a:r>
          </a:p>
        </p:txBody>
      </p:sp>
      <p:sp>
        <p:nvSpPr>
          <p:cNvPr id="82" name="stage-4-caption">
            <a:extLst xmlns:a="http://schemas.openxmlformats.org/drawingml/2006/main">
              <a:ext uri="{FF2B5EF4-FFF2-40B4-BE49-F238E27FC236}">
                <a16:creationId xmlns:a16="http://schemas.microsoft.com/office/drawing/2014/main" id="{D7B51ACD-F312-49A4-8B83-6F82DA46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981575"/>
            <a:ext cx="2266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카드 또는 팝업으로</a:t>
            </a:r>
          </a:p>
          <a:p xmlns:a="http://schemas.openxmlformats.org/drawingml/2006/main">
            <a:pPr algn="ctr">
              <a:def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결과 제공</a:t>
            </a:r>
          </a:p>
        </p:txBody>
      </p:sp>
    </p:spTree>
    <p:extLst>
      <p:ext uri="{BB962C8B-B14F-4D97-AF65-F5344CB8AC3E}">
        <p14:creationId xmlns:p14="http://schemas.microsoft.com/office/powerpoint/2010/main" val="14104029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DCF78F-3339-4D94-A097-CE644771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F172A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0F172A"/>
                </a:solidFill>
                <a:latin typeface="Pretendard"/>
                <a:ea typeface="Pretendard"/>
                <a:cs typeface="Pretendard"/>
              </a:rPr>
              <a:t>Context &amp; Action Integration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779EC09-E7F5-4BF3-BBFB-4963A91D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업무 화면의 선택 정보를 대화에 첨부하고, Tool 실행 결과를 원래 화면에 즉시 반영합니다.</a:t>
            </a: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C91F02D-378E-4C34-95EF-BF83C6D8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context-stage-panel-1">
            <a:extLst xmlns:a="http://schemas.openxmlformats.org/drawingml/2006/main">
              <a:ext uri="{FF2B5EF4-FFF2-40B4-BE49-F238E27FC236}">
                <a16:creationId xmlns:a16="http://schemas.microsoft.com/office/drawing/2014/main" id="{9B792A09-9145-4F38-A4AE-6D9354F9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381250" cy="24574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context-stage-panel-2">
            <a:extLst xmlns:a="http://schemas.openxmlformats.org/drawingml/2006/main">
              <a:ext uri="{FF2B5EF4-FFF2-40B4-BE49-F238E27FC236}">
                <a16:creationId xmlns:a16="http://schemas.microsoft.com/office/drawing/2014/main" id="{74FBB456-280A-4D76-994A-F68674C9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885950"/>
            <a:ext cx="2381250" cy="24574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context-stage-panel-3">
            <a:extLst xmlns:a="http://schemas.openxmlformats.org/drawingml/2006/main">
              <a:ext uri="{FF2B5EF4-FFF2-40B4-BE49-F238E27FC236}">
                <a16:creationId xmlns:a16="http://schemas.microsoft.com/office/drawing/2014/main" id="{318CDC34-F87B-48FF-AD57-3456229E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85950"/>
            <a:ext cx="2381250" cy="24574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context-stage-panel-4">
            <a:extLst xmlns:a="http://schemas.openxmlformats.org/drawingml/2006/main">
              <a:ext uri="{FF2B5EF4-FFF2-40B4-BE49-F238E27FC236}">
                <a16:creationId xmlns:a16="http://schemas.microsoft.com/office/drawing/2014/main" id="{4664CB32-C21A-427B-B9B6-421F21D8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885950"/>
            <a:ext cx="2381250" cy="24574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select-table-browser-shell">
            <a:extLst xmlns:a="http://schemas.openxmlformats.org/drawingml/2006/main">
              <a:ext uri="{FF2B5EF4-FFF2-40B4-BE49-F238E27FC236}">
                <a16:creationId xmlns:a16="http://schemas.microsoft.com/office/drawing/2014/main" id="{F792D51F-6D7D-4961-94FE-CE6DA33D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095500"/>
            <a:ext cx="2057400" cy="1981200"/>
          </a:xfrm>
          <a:prstGeom xmlns:a="http://schemas.openxmlformats.org/drawingml/2006/main" prst="roundRect">
            <a:avLst>
              <a:gd name="adj" fmla="val 48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9" name="select-table-browser-header-divider">
            <a:extLst xmlns:a="http://schemas.openxmlformats.org/drawingml/2006/main">
              <a:ext uri="{FF2B5EF4-FFF2-40B4-BE49-F238E27FC236}">
                <a16:creationId xmlns:a16="http://schemas.microsoft.com/office/drawing/2014/main" id="{B3C558A2-9A2C-4F75-BC47-E64A2A4B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90775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select-table-browser-dot-1">
            <a:extLst xmlns:a="http://schemas.openxmlformats.org/drawingml/2006/main">
              <a:ext uri="{FF2B5EF4-FFF2-40B4-BE49-F238E27FC236}">
                <a16:creationId xmlns:a16="http://schemas.microsoft.com/office/drawing/2014/main" id="{9470EFD1-5936-48E5-B879-EAD3CBD3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09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1" name="select-table-browser-dot-2">
            <a:extLst xmlns:a="http://schemas.openxmlformats.org/drawingml/2006/main">
              <a:ext uri="{FF2B5EF4-FFF2-40B4-BE49-F238E27FC236}">
                <a16:creationId xmlns:a16="http://schemas.microsoft.com/office/drawing/2014/main" id="{3942933B-7DCA-49F8-8674-8DAA0240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09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2" name="select-table-browser-dot-3">
            <a:extLst xmlns:a="http://schemas.openxmlformats.org/drawingml/2006/main">
              <a:ext uri="{FF2B5EF4-FFF2-40B4-BE49-F238E27FC236}">
                <a16:creationId xmlns:a16="http://schemas.microsoft.com/office/drawing/2014/main" id="{4BA02A38-E0EB-4079-9550-E17B6F1F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09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3" name="select-table-selected-2">
            <a:extLst xmlns:a="http://schemas.openxmlformats.org/drawingml/2006/main">
              <a:ext uri="{FF2B5EF4-FFF2-40B4-BE49-F238E27FC236}">
                <a16:creationId xmlns:a16="http://schemas.microsoft.com/office/drawing/2014/main" id="{7602F134-5C62-4FE8-9EED-4A3D4AC1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16580"/>
            <a:ext cx="1885950" cy="253365"/>
          </a:xfrm>
          <a:prstGeom xmlns:a="http://schemas.openxmlformats.org/drawingml/2006/main" prst="roundRect">
            <a:avLst>
              <a:gd name="adj" fmla="val 1879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4" name="select-table-selected-3">
            <a:extLst xmlns:a="http://schemas.openxmlformats.org/drawingml/2006/main">
              <a:ext uri="{FF2B5EF4-FFF2-40B4-BE49-F238E27FC236}">
                <a16:creationId xmlns:a16="http://schemas.microsoft.com/office/drawing/2014/main" id="{873A5D87-8E41-48F7-81A6-050ED7BE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8045"/>
            <a:ext cx="1885950" cy="253365"/>
          </a:xfrm>
          <a:prstGeom xmlns:a="http://schemas.openxmlformats.org/drawingml/2006/main" prst="roundRect">
            <a:avLst>
              <a:gd name="adj" fmla="val 1879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5" name="select-table-row-0">
            <a:extLst xmlns:a="http://schemas.openxmlformats.org/drawingml/2006/main">
              <a:ext uri="{FF2B5EF4-FFF2-40B4-BE49-F238E27FC236}">
                <a16:creationId xmlns:a16="http://schemas.microsoft.com/office/drawing/2014/main" id="{6FC26B86-CA04-421D-84A3-63D4B365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14600"/>
            <a:ext cx="186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8F0"/>
            </a:solidFill>
            <a:prstDash val="solid"/>
          </a:ln>
        </p:spPr>
      </p:sp>
      <p:sp>
        <p:nvSpPr>
          <p:cNvPr id="16" name="select-table-row-1">
            <a:extLst xmlns:a="http://schemas.openxmlformats.org/drawingml/2006/main">
              <a:ext uri="{FF2B5EF4-FFF2-40B4-BE49-F238E27FC236}">
                <a16:creationId xmlns:a16="http://schemas.microsoft.com/office/drawing/2014/main" id="{65EB1C88-57C3-426A-A11D-31C1FC9D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06065"/>
            <a:ext cx="186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8F0"/>
            </a:solidFill>
            <a:prstDash val="solid"/>
          </a:ln>
        </p:spPr>
      </p:sp>
      <p:sp>
        <p:nvSpPr>
          <p:cNvPr id="17" name="select-table-row-2">
            <a:extLst xmlns:a="http://schemas.openxmlformats.org/drawingml/2006/main">
              <a:ext uri="{FF2B5EF4-FFF2-40B4-BE49-F238E27FC236}">
                <a16:creationId xmlns:a16="http://schemas.microsoft.com/office/drawing/2014/main" id="{946EF7E1-D9B7-4057-9368-D9D6E61D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97530"/>
            <a:ext cx="186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8F0"/>
            </a:solidFill>
            <a:prstDash val="solid"/>
          </a:ln>
        </p:spPr>
      </p:sp>
      <p:sp>
        <p:nvSpPr>
          <p:cNvPr id="18" name="select-table-row-3">
            <a:extLst xmlns:a="http://schemas.openxmlformats.org/drawingml/2006/main">
              <a:ext uri="{FF2B5EF4-FFF2-40B4-BE49-F238E27FC236}">
                <a16:creationId xmlns:a16="http://schemas.microsoft.com/office/drawing/2014/main" id="{D7270E97-4134-400A-8860-7502E5BA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388995"/>
            <a:ext cx="186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8F0"/>
            </a:solidFill>
            <a:prstDash val="solid"/>
          </a:ln>
        </p:spPr>
      </p:sp>
      <p:sp>
        <p:nvSpPr>
          <p:cNvPr id="19" name="select-table-row-4">
            <a:extLst xmlns:a="http://schemas.openxmlformats.org/drawingml/2006/main">
              <a:ext uri="{FF2B5EF4-FFF2-40B4-BE49-F238E27FC236}">
                <a16:creationId xmlns:a16="http://schemas.microsoft.com/office/drawing/2014/main" id="{FED6DB05-F00A-4F0C-81E1-C577618C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680460"/>
            <a:ext cx="186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8F0"/>
            </a:solidFill>
            <a:prstDash val="solid"/>
          </a:ln>
        </p:spPr>
      </p:sp>
      <p:sp>
        <p:nvSpPr>
          <p:cNvPr id="20" name="select-table-row-5">
            <a:extLst xmlns:a="http://schemas.openxmlformats.org/drawingml/2006/main">
              <a:ext uri="{FF2B5EF4-FFF2-40B4-BE49-F238E27FC236}">
                <a16:creationId xmlns:a16="http://schemas.microsoft.com/office/drawing/2014/main" id="{F463173C-CF25-45D1-8A0C-E10DBE77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971925"/>
            <a:ext cx="186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8F0"/>
            </a:solidFill>
            <a:prstDash val="solid"/>
          </a:ln>
        </p:spPr>
      </p:sp>
      <p:sp>
        <p:nvSpPr>
          <p:cNvPr id="21" name="select-table-col-1">
            <a:extLst xmlns:a="http://schemas.openxmlformats.org/drawingml/2006/main">
              <a:ext uri="{FF2B5EF4-FFF2-40B4-BE49-F238E27FC236}">
                <a16:creationId xmlns:a16="http://schemas.microsoft.com/office/drawing/2014/main" id="{21F784F3-F60A-4A0B-BD5E-0AB5F335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3" y="2514600"/>
            <a:ext cx="0" cy="1457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8F0"/>
            </a:solidFill>
            <a:prstDash val="solid"/>
          </a:ln>
        </p:spPr>
      </p:sp>
      <p:sp>
        <p:nvSpPr>
          <p:cNvPr id="22" name="select-table-col-2">
            <a:extLst xmlns:a="http://schemas.openxmlformats.org/drawingml/2006/main">
              <a:ext uri="{FF2B5EF4-FFF2-40B4-BE49-F238E27FC236}">
                <a16:creationId xmlns:a16="http://schemas.microsoft.com/office/drawing/2014/main" id="{E6EB49F9-F2F2-4418-B9E4-943A686F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514600"/>
            <a:ext cx="0" cy="1457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8F0"/>
            </a:solidFill>
            <a:prstDash val="solid"/>
          </a:ln>
        </p:spPr>
      </p:sp>
      <p:sp>
        <p:nvSpPr>
          <p:cNvPr id="23" name="select-table-col-3">
            <a:extLst xmlns:a="http://schemas.openxmlformats.org/drawingml/2006/main">
              <a:ext uri="{FF2B5EF4-FFF2-40B4-BE49-F238E27FC236}">
                <a16:creationId xmlns:a16="http://schemas.microsoft.com/office/drawing/2014/main" id="{AC931AAD-1FD2-4A7B-BD0D-E112349B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388" y="2514600"/>
            <a:ext cx="0" cy="1457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8F0"/>
            </a:solidFill>
            <a:prstDash val="solid"/>
          </a:ln>
        </p:spPr>
      </p:sp>
      <p:sp>
        <p:nvSpPr>
          <p:cNvPr id="24" name="select-table-checkbox-0">
            <a:extLst xmlns:a="http://schemas.openxmlformats.org/drawingml/2006/main">
              <a:ext uri="{FF2B5EF4-FFF2-40B4-BE49-F238E27FC236}">
                <a16:creationId xmlns:a16="http://schemas.microsoft.com/office/drawing/2014/main" id="{6AF91D31-73DD-4C12-B243-F847D1C9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123825" cy="1238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select-table-cell-0-1">
            <a:extLst xmlns:a="http://schemas.openxmlformats.org/drawingml/2006/main">
              <a:ext uri="{FF2B5EF4-FFF2-40B4-BE49-F238E27FC236}">
                <a16:creationId xmlns:a16="http://schemas.microsoft.com/office/drawing/2014/main" id="{9025EB62-78C6-46A0-A452-802645A6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138" y="2628900"/>
            <a:ext cx="290513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6" name="select-table-cell-0-2">
            <a:extLst xmlns:a="http://schemas.openxmlformats.org/drawingml/2006/main">
              <a:ext uri="{FF2B5EF4-FFF2-40B4-BE49-F238E27FC236}">
                <a16:creationId xmlns:a16="http://schemas.microsoft.com/office/drawing/2014/main" id="{46B9304F-A900-4FA0-A733-A684BE7D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628900"/>
            <a:ext cx="290513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7" name="select-table-cell-0-3">
            <a:extLst xmlns:a="http://schemas.openxmlformats.org/drawingml/2006/main">
              <a:ext uri="{FF2B5EF4-FFF2-40B4-BE49-F238E27FC236}">
                <a16:creationId xmlns:a16="http://schemas.microsoft.com/office/drawing/2014/main" id="{03619FA8-4176-4EC8-A7C7-11C1ECFF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063" y="2628900"/>
            <a:ext cx="290513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8" name="select-table-checkbox-1">
            <a:extLst xmlns:a="http://schemas.openxmlformats.org/drawingml/2006/main">
              <a:ext uri="{FF2B5EF4-FFF2-40B4-BE49-F238E27FC236}">
                <a16:creationId xmlns:a16="http://schemas.microsoft.com/office/drawing/2014/main" id="{2D2C0E2B-E7D2-4145-AE0E-627FF71D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82265"/>
            <a:ext cx="123825" cy="1238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select-table-cell-1-1">
            <a:extLst xmlns:a="http://schemas.openxmlformats.org/drawingml/2006/main">
              <a:ext uri="{FF2B5EF4-FFF2-40B4-BE49-F238E27FC236}">
                <a16:creationId xmlns:a16="http://schemas.microsoft.com/office/drawing/2014/main" id="{D6C2225B-8B5D-459F-AE34-D92C7327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138" y="2920365"/>
            <a:ext cx="290513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0" name="select-table-cell-1-2">
            <a:extLst xmlns:a="http://schemas.openxmlformats.org/drawingml/2006/main">
              <a:ext uri="{FF2B5EF4-FFF2-40B4-BE49-F238E27FC236}">
                <a16:creationId xmlns:a16="http://schemas.microsoft.com/office/drawing/2014/main" id="{9AB37B19-4E17-4873-AC2D-A9D4D5C5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920365"/>
            <a:ext cx="290513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1" name="select-table-cell-1-3">
            <a:extLst xmlns:a="http://schemas.openxmlformats.org/drawingml/2006/main">
              <a:ext uri="{FF2B5EF4-FFF2-40B4-BE49-F238E27FC236}">
                <a16:creationId xmlns:a16="http://schemas.microsoft.com/office/drawing/2014/main" id="{E3BFADEF-4B57-4E64-A3DD-CFD57964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063" y="2920365"/>
            <a:ext cx="290513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2" name="select-table-checkbox-2">
            <a:extLst xmlns:a="http://schemas.openxmlformats.org/drawingml/2006/main">
              <a:ext uri="{FF2B5EF4-FFF2-40B4-BE49-F238E27FC236}">
                <a16:creationId xmlns:a16="http://schemas.microsoft.com/office/drawing/2014/main" id="{B7327D39-414D-4A01-B5FB-33E5B4EF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73730"/>
            <a:ext cx="123825" cy="1238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33" name="select-table-cell-2-1">
            <a:extLst xmlns:a="http://schemas.openxmlformats.org/drawingml/2006/main">
              <a:ext uri="{FF2B5EF4-FFF2-40B4-BE49-F238E27FC236}">
                <a16:creationId xmlns:a16="http://schemas.microsoft.com/office/drawing/2014/main" id="{EB054C09-C0F0-4D3E-9465-84570462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138" y="3211830"/>
            <a:ext cx="290513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4" name="select-table-cell-2-2">
            <a:extLst xmlns:a="http://schemas.openxmlformats.org/drawingml/2006/main">
              <a:ext uri="{FF2B5EF4-FFF2-40B4-BE49-F238E27FC236}">
                <a16:creationId xmlns:a16="http://schemas.microsoft.com/office/drawing/2014/main" id="{C276F1B3-3AC2-4BF3-8FA3-D6B75849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211830"/>
            <a:ext cx="290513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3C5FD"/>
          </a:solidFill>
          <a:ln xmlns:a="http://schemas.openxmlformats.org/drawingml/2006/main" w="0">
            <a:solidFill>
              <a:srgbClr val="93C5FD"/>
            </a:solidFill>
            <a:prstDash val="solid"/>
          </a:ln>
        </p:spPr>
      </p:sp>
      <p:sp>
        <p:nvSpPr>
          <p:cNvPr id="35" name="select-table-cell-2-3">
            <a:extLst xmlns:a="http://schemas.openxmlformats.org/drawingml/2006/main">
              <a:ext uri="{FF2B5EF4-FFF2-40B4-BE49-F238E27FC236}">
                <a16:creationId xmlns:a16="http://schemas.microsoft.com/office/drawing/2014/main" id="{35605699-FAAB-4CF4-A34E-51A47E93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063" y="3211830"/>
            <a:ext cx="290513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6" name="select-table-checkbox-3">
            <a:extLst xmlns:a="http://schemas.openxmlformats.org/drawingml/2006/main">
              <a:ext uri="{FF2B5EF4-FFF2-40B4-BE49-F238E27FC236}">
                <a16:creationId xmlns:a16="http://schemas.microsoft.com/office/drawing/2014/main" id="{C9D4A167-49D9-432F-9782-8DC57480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65195"/>
            <a:ext cx="123825" cy="1238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37" name="select-table-cell-3-1">
            <a:extLst xmlns:a="http://schemas.openxmlformats.org/drawingml/2006/main">
              <a:ext uri="{FF2B5EF4-FFF2-40B4-BE49-F238E27FC236}">
                <a16:creationId xmlns:a16="http://schemas.microsoft.com/office/drawing/2014/main" id="{D238C889-8258-4011-ABBA-DFE6F6A5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138" y="3503295"/>
            <a:ext cx="290513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8" name="select-table-cell-3-2">
            <a:extLst xmlns:a="http://schemas.openxmlformats.org/drawingml/2006/main">
              <a:ext uri="{FF2B5EF4-FFF2-40B4-BE49-F238E27FC236}">
                <a16:creationId xmlns:a16="http://schemas.microsoft.com/office/drawing/2014/main" id="{10E294AA-ECF5-48D1-8D28-3F2ADC56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03295"/>
            <a:ext cx="290513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3C5FD"/>
          </a:solidFill>
          <a:ln xmlns:a="http://schemas.openxmlformats.org/drawingml/2006/main" w="0">
            <a:solidFill>
              <a:srgbClr val="93C5FD"/>
            </a:solidFill>
            <a:prstDash val="solid"/>
          </a:ln>
        </p:spPr>
      </p:sp>
      <p:sp>
        <p:nvSpPr>
          <p:cNvPr id="39" name="select-table-cell-3-3">
            <a:extLst xmlns:a="http://schemas.openxmlformats.org/drawingml/2006/main">
              <a:ext uri="{FF2B5EF4-FFF2-40B4-BE49-F238E27FC236}">
                <a16:creationId xmlns:a16="http://schemas.microsoft.com/office/drawing/2014/main" id="{C1AB15BD-1771-452E-AF0E-287C6D27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063" y="3503295"/>
            <a:ext cx="290513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0" name="select-table-checkbox-4">
            <a:extLst xmlns:a="http://schemas.openxmlformats.org/drawingml/2006/main">
              <a:ext uri="{FF2B5EF4-FFF2-40B4-BE49-F238E27FC236}">
                <a16:creationId xmlns:a16="http://schemas.microsoft.com/office/drawing/2014/main" id="{100BC0CF-A836-422F-A6E8-ECEF2667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6660"/>
            <a:ext cx="123825" cy="1238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select-table-cell-4-1">
            <a:extLst xmlns:a="http://schemas.openxmlformats.org/drawingml/2006/main">
              <a:ext uri="{FF2B5EF4-FFF2-40B4-BE49-F238E27FC236}">
                <a16:creationId xmlns:a16="http://schemas.microsoft.com/office/drawing/2014/main" id="{448279BA-A96B-4B5A-8A80-559045E4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138" y="3794760"/>
            <a:ext cx="290513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2" name="select-table-cell-4-2">
            <a:extLst xmlns:a="http://schemas.openxmlformats.org/drawingml/2006/main">
              <a:ext uri="{FF2B5EF4-FFF2-40B4-BE49-F238E27FC236}">
                <a16:creationId xmlns:a16="http://schemas.microsoft.com/office/drawing/2014/main" id="{6E63D107-978E-47AE-B5D0-B39CDCDA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94760"/>
            <a:ext cx="290513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3" name="select-table-cell-4-3">
            <a:extLst xmlns:a="http://schemas.openxmlformats.org/drawingml/2006/main">
              <a:ext uri="{FF2B5EF4-FFF2-40B4-BE49-F238E27FC236}">
                <a16:creationId xmlns:a16="http://schemas.microsoft.com/office/drawing/2014/main" id="{AEAC561D-E1A0-49BA-B066-0E80040E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063" y="3794760"/>
            <a:ext cx="290513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4" name="context-browser-shell">
            <a:extLst xmlns:a="http://schemas.openxmlformats.org/drawingml/2006/main">
              <a:ext uri="{FF2B5EF4-FFF2-40B4-BE49-F238E27FC236}">
                <a16:creationId xmlns:a16="http://schemas.microsoft.com/office/drawing/2014/main" id="{F2A4D798-F8A9-4262-97C2-AD77CE2C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95500"/>
            <a:ext cx="2038350" cy="1981200"/>
          </a:xfrm>
          <a:prstGeom xmlns:a="http://schemas.openxmlformats.org/drawingml/2006/main" prst="roundRect">
            <a:avLst>
              <a:gd name="adj" fmla="val 48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45" name="context-browser-header-divider">
            <a:extLst xmlns:a="http://schemas.openxmlformats.org/drawingml/2006/main">
              <a:ext uri="{FF2B5EF4-FFF2-40B4-BE49-F238E27FC236}">
                <a16:creationId xmlns:a16="http://schemas.microsoft.com/office/drawing/2014/main" id="{74E809C6-3191-47B1-8BC5-627FB085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90775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context-browser-dot-1">
            <a:extLst xmlns:a="http://schemas.openxmlformats.org/drawingml/2006/main">
              <a:ext uri="{FF2B5EF4-FFF2-40B4-BE49-F238E27FC236}">
                <a16:creationId xmlns:a16="http://schemas.microsoft.com/office/drawing/2014/main" id="{694C3E25-1201-4978-9FA0-C38DFB28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47" name="context-browser-dot-2">
            <a:extLst xmlns:a="http://schemas.openxmlformats.org/drawingml/2006/main">
              <a:ext uri="{FF2B5EF4-FFF2-40B4-BE49-F238E27FC236}">
                <a16:creationId xmlns:a16="http://schemas.microsoft.com/office/drawing/2014/main" id="{32ACCD70-00B8-41F1-AE9B-8983501D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209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48" name="context-browser-dot-3">
            <a:extLst xmlns:a="http://schemas.openxmlformats.org/drawingml/2006/main">
              <a:ext uri="{FF2B5EF4-FFF2-40B4-BE49-F238E27FC236}">
                <a16:creationId xmlns:a16="http://schemas.microsoft.com/office/drawing/2014/main" id="{7D6BB50E-9F65-4D06-B6DD-53B54AE2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09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49" name="context-split">
            <a:extLst xmlns:a="http://schemas.openxmlformats.org/drawingml/2006/main">
              <a:ext uri="{FF2B5EF4-FFF2-40B4-BE49-F238E27FC236}">
                <a16:creationId xmlns:a16="http://schemas.microsoft.com/office/drawing/2014/main" id="{CEA57087-37E8-47BF-ABAC-C225A780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390775"/>
            <a:ext cx="0" cy="1685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0" name="context-row-0">
            <a:extLst xmlns:a="http://schemas.openxmlformats.org/drawingml/2006/main">
              <a:ext uri="{FF2B5EF4-FFF2-40B4-BE49-F238E27FC236}">
                <a16:creationId xmlns:a16="http://schemas.microsoft.com/office/drawing/2014/main" id="{8CDB26CE-4D77-4D98-94C6-A7B80EA9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5270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51" name="context-row-1">
            <a:extLst xmlns:a="http://schemas.openxmlformats.org/drawingml/2006/main">
              <a:ext uri="{FF2B5EF4-FFF2-40B4-BE49-F238E27FC236}">
                <a16:creationId xmlns:a16="http://schemas.microsoft.com/office/drawing/2014/main" id="{24D8C9AE-EF2F-4C73-A944-DD558666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790825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52" name="context-highlight-1">
            <a:extLst xmlns:a="http://schemas.openxmlformats.org/drawingml/2006/main">
              <a:ext uri="{FF2B5EF4-FFF2-40B4-BE49-F238E27FC236}">
                <a16:creationId xmlns:a16="http://schemas.microsoft.com/office/drawing/2014/main" id="{D768824F-6316-4D35-9929-D2DF3CE4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809875"/>
            <a:ext cx="685800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3" name="context-row-2">
            <a:extLst xmlns:a="http://schemas.openxmlformats.org/drawingml/2006/main">
              <a:ext uri="{FF2B5EF4-FFF2-40B4-BE49-F238E27FC236}">
                <a16:creationId xmlns:a16="http://schemas.microsoft.com/office/drawing/2014/main" id="{A88A6537-B99E-41E6-8583-3183C438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0289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54" name="context-highlight-2">
            <a:extLst xmlns:a="http://schemas.openxmlformats.org/drawingml/2006/main">
              <a:ext uri="{FF2B5EF4-FFF2-40B4-BE49-F238E27FC236}">
                <a16:creationId xmlns:a16="http://schemas.microsoft.com/office/drawing/2014/main" id="{C6F426CF-D40E-4EB6-B89B-8460E029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048000"/>
            <a:ext cx="685800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5" name="context-row-3">
            <a:extLst xmlns:a="http://schemas.openxmlformats.org/drawingml/2006/main">
              <a:ext uri="{FF2B5EF4-FFF2-40B4-BE49-F238E27FC236}">
                <a16:creationId xmlns:a16="http://schemas.microsoft.com/office/drawing/2014/main" id="{51D7B756-5381-44D8-BD42-8826AAB9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67075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56" name="context-chat-bubble-1">
            <a:extLst xmlns:a="http://schemas.openxmlformats.org/drawingml/2006/main">
              <a:ext uri="{FF2B5EF4-FFF2-40B4-BE49-F238E27FC236}">
                <a16:creationId xmlns:a16="http://schemas.microsoft.com/office/drawing/2014/main" id="{9FE866D6-330C-46A6-AE86-A52D5AD1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09850"/>
            <a:ext cx="83820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7" name="context-bubble-line-1">
            <a:extLst xmlns:a="http://schemas.openxmlformats.org/drawingml/2006/main">
              <a:ext uri="{FF2B5EF4-FFF2-40B4-BE49-F238E27FC236}">
                <a16:creationId xmlns:a16="http://schemas.microsoft.com/office/drawing/2014/main" id="{2827173B-708A-4644-A38F-A1B9ED7C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62250"/>
            <a:ext cx="4381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58" name="context-chat-bubble-2">
            <a:extLst xmlns:a="http://schemas.openxmlformats.org/drawingml/2006/main">
              <a:ext uri="{FF2B5EF4-FFF2-40B4-BE49-F238E27FC236}">
                <a16:creationId xmlns:a16="http://schemas.microsoft.com/office/drawing/2014/main" id="{1A3588CA-CFFC-472C-80A4-6CA62BCA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057525"/>
            <a:ext cx="714375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EFF6FF"/>
            </a:solidFill>
            <a:prstDash val="solid"/>
          </a:ln>
        </p:spPr>
      </p:sp>
      <p:sp>
        <p:nvSpPr>
          <p:cNvPr id="59" name="context-bubble-line-2">
            <a:extLst xmlns:a="http://schemas.openxmlformats.org/drawingml/2006/main">
              <a:ext uri="{FF2B5EF4-FFF2-40B4-BE49-F238E27FC236}">
                <a16:creationId xmlns:a16="http://schemas.microsoft.com/office/drawing/2014/main" id="{A6F46C79-4566-4826-AE12-9299A45D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200400"/>
            <a:ext cx="4000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3C5FD"/>
          </a:solidFill>
          <a:ln xmlns:a="http://schemas.openxmlformats.org/drawingml/2006/main" w="0">
            <a:solidFill>
              <a:srgbClr val="93C5FD"/>
            </a:solidFill>
            <a:prstDash val="solid"/>
          </a:ln>
        </p:spPr>
      </p:sp>
      <p:sp>
        <p:nvSpPr>
          <p:cNvPr id="60" name="context-composer">
            <a:extLst xmlns:a="http://schemas.openxmlformats.org/drawingml/2006/main">
              <a:ext uri="{FF2B5EF4-FFF2-40B4-BE49-F238E27FC236}">
                <a16:creationId xmlns:a16="http://schemas.microsoft.com/office/drawing/2014/main" id="{5C7C2840-9597-4C32-842A-4117B959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33775"/>
            <a:ext cx="1828800" cy="4191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1" name="context-badge">
            <a:extLst xmlns:a="http://schemas.openxmlformats.org/drawingml/2006/main">
              <a:ext uri="{FF2B5EF4-FFF2-40B4-BE49-F238E27FC236}">
                <a16:creationId xmlns:a16="http://schemas.microsoft.com/office/drawing/2014/main" id="{F04A62F0-8A32-40D5-BE29-6BC639F0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600450"/>
            <a:ext cx="1219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4ED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선택 항목 2개</a:t>
            </a:r>
          </a:p>
        </p:txBody>
      </p:sp>
      <p:sp>
        <p:nvSpPr>
          <p:cNvPr id="62" name="context-send">
            <a:extLst xmlns:a="http://schemas.openxmlformats.org/drawingml/2006/main">
              <a:ext uri="{FF2B5EF4-FFF2-40B4-BE49-F238E27FC236}">
                <a16:creationId xmlns:a16="http://schemas.microsoft.com/office/drawing/2014/main" id="{826640DE-A54E-4426-8208-B6D0176C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619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63" name="context-attach-arrow">
            <a:extLst xmlns:a="http://schemas.openxmlformats.org/drawingml/2006/main">
              <a:ext uri="{FF2B5EF4-FFF2-40B4-BE49-F238E27FC236}">
                <a16:creationId xmlns:a16="http://schemas.microsoft.com/office/drawing/2014/main" id="{F86C9D12-95B4-4F2D-939D-A0769B48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295650"/>
            <a:ext cx="228600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64" name="action-ai">
            <a:extLst xmlns:a="http://schemas.openxmlformats.org/drawingml/2006/main">
              <a:ext uri="{FF2B5EF4-FFF2-40B4-BE49-F238E27FC236}">
                <a16:creationId xmlns:a16="http://schemas.microsoft.com/office/drawing/2014/main" id="{3C9712B9-DE05-4D74-90A9-58C7DFDA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</a:t>
            </a:r>
          </a:p>
        </p:txBody>
      </p:sp>
      <p:sp>
        <p:nvSpPr>
          <p:cNvPr id="65" name="action-tool">
            <a:extLst xmlns:a="http://schemas.openxmlformats.org/drawingml/2006/main">
              <a:ext uri="{FF2B5EF4-FFF2-40B4-BE49-F238E27FC236}">
                <a16:creationId xmlns:a16="http://schemas.microsoft.com/office/drawing/2014/main" id="{B76AC4F7-79AC-4132-83F2-FD4B8A9E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48000"/>
            <a:ext cx="112395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4ED8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업무 Tool</a:t>
            </a:r>
          </a:p>
        </p:txBody>
      </p:sp>
      <p:sp>
        <p:nvSpPr>
          <p:cNvPr id="66" name="action-data">
            <a:extLst xmlns:a="http://schemas.openxmlformats.org/drawingml/2006/main">
              <a:ext uri="{FF2B5EF4-FFF2-40B4-BE49-F238E27FC236}">
                <a16:creationId xmlns:a16="http://schemas.microsoft.com/office/drawing/2014/main" id="{2E1D473F-911E-43B0-842F-44EB5F4C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52850"/>
            <a:ext cx="895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DATA</a:t>
            </a:r>
          </a:p>
        </p:txBody>
      </p:sp>
      <p:sp>
        <p:nvSpPr>
          <p:cNvPr id="67" name="action-arrow-1">
            <a:extLst xmlns:a="http://schemas.openxmlformats.org/drawingml/2006/main">
              <a:ext uri="{FF2B5EF4-FFF2-40B4-BE49-F238E27FC236}">
                <a16:creationId xmlns:a16="http://schemas.microsoft.com/office/drawing/2014/main" id="{6F4B11C9-C868-45DB-BE85-81DB1B45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800350"/>
            <a:ext cx="1143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8" name="action-arrow-2">
            <a:extLst xmlns:a="http://schemas.openxmlformats.org/drawingml/2006/main">
              <a:ext uri="{FF2B5EF4-FFF2-40B4-BE49-F238E27FC236}">
                <a16:creationId xmlns:a16="http://schemas.microsoft.com/office/drawing/2014/main" id="{218B1F53-99F4-4CE3-A269-F5F3AE30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562350"/>
            <a:ext cx="11430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69" name="reflect-table-browser-shell">
            <a:extLst xmlns:a="http://schemas.openxmlformats.org/drawingml/2006/main">
              <a:ext uri="{FF2B5EF4-FFF2-40B4-BE49-F238E27FC236}">
                <a16:creationId xmlns:a16="http://schemas.microsoft.com/office/drawing/2014/main" id="{60D763CF-2880-4C08-89D0-B353D902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95500"/>
            <a:ext cx="2057400" cy="1981200"/>
          </a:xfrm>
          <a:prstGeom xmlns:a="http://schemas.openxmlformats.org/drawingml/2006/main" prst="roundRect">
            <a:avLst>
              <a:gd name="adj" fmla="val 48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70" name="reflect-table-browser-header-divider">
            <a:extLst xmlns:a="http://schemas.openxmlformats.org/drawingml/2006/main">
              <a:ext uri="{FF2B5EF4-FFF2-40B4-BE49-F238E27FC236}">
                <a16:creationId xmlns:a16="http://schemas.microsoft.com/office/drawing/2014/main" id="{F91E9926-7010-41B3-AD93-D212B3EA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90775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1" name="reflect-table-browser-dot-1">
            <a:extLst xmlns:a="http://schemas.openxmlformats.org/drawingml/2006/main">
              <a:ext uri="{FF2B5EF4-FFF2-40B4-BE49-F238E27FC236}">
                <a16:creationId xmlns:a16="http://schemas.microsoft.com/office/drawing/2014/main" id="{01A63CCC-71A5-4D51-BE46-D1D39968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209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72" name="reflect-table-browser-dot-2">
            <a:extLst xmlns:a="http://schemas.openxmlformats.org/drawingml/2006/main">
              <a:ext uri="{FF2B5EF4-FFF2-40B4-BE49-F238E27FC236}">
                <a16:creationId xmlns:a16="http://schemas.microsoft.com/office/drawing/2014/main" id="{EEF73300-CD35-4445-982D-330E7699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73" name="reflect-table-browser-dot-3">
            <a:extLst xmlns:a="http://schemas.openxmlformats.org/drawingml/2006/main">
              <a:ext uri="{FF2B5EF4-FFF2-40B4-BE49-F238E27FC236}">
                <a16:creationId xmlns:a16="http://schemas.microsoft.com/office/drawing/2014/main" id="{F2CE54F4-B27E-4C4F-9C45-9C16F2DA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209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74" name="reflect-table-selected-2">
            <a:extLst xmlns:a="http://schemas.openxmlformats.org/drawingml/2006/main">
              <a:ext uri="{FF2B5EF4-FFF2-40B4-BE49-F238E27FC236}">
                <a16:creationId xmlns:a16="http://schemas.microsoft.com/office/drawing/2014/main" id="{7578A3AE-C06D-4AB2-A722-58BFCF44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116580"/>
            <a:ext cx="1885950" cy="253365"/>
          </a:xfrm>
          <a:prstGeom xmlns:a="http://schemas.openxmlformats.org/drawingml/2006/main" prst="roundRect">
            <a:avLst>
              <a:gd name="adj" fmla="val 1879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75" name="reflect-table-selected-3">
            <a:extLst xmlns:a="http://schemas.openxmlformats.org/drawingml/2006/main">
              <a:ext uri="{FF2B5EF4-FFF2-40B4-BE49-F238E27FC236}">
                <a16:creationId xmlns:a16="http://schemas.microsoft.com/office/drawing/2014/main" id="{9C5D8108-CB69-44E8-83F2-F9113BA1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408045"/>
            <a:ext cx="1885950" cy="253365"/>
          </a:xfrm>
          <a:prstGeom xmlns:a="http://schemas.openxmlformats.org/drawingml/2006/main" prst="roundRect">
            <a:avLst>
              <a:gd name="adj" fmla="val 1879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76" name="reflect-table-row-0">
            <a:extLst xmlns:a="http://schemas.openxmlformats.org/drawingml/2006/main">
              <a:ext uri="{FF2B5EF4-FFF2-40B4-BE49-F238E27FC236}">
                <a16:creationId xmlns:a16="http://schemas.microsoft.com/office/drawing/2014/main" id="{0A9F5DD0-DA46-4CA3-9915-1A6592E2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14600"/>
            <a:ext cx="186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8F0"/>
            </a:solidFill>
            <a:prstDash val="solid"/>
          </a:ln>
        </p:spPr>
      </p:sp>
      <p:sp>
        <p:nvSpPr>
          <p:cNvPr id="77" name="reflect-table-row-1">
            <a:extLst xmlns:a="http://schemas.openxmlformats.org/drawingml/2006/main">
              <a:ext uri="{FF2B5EF4-FFF2-40B4-BE49-F238E27FC236}">
                <a16:creationId xmlns:a16="http://schemas.microsoft.com/office/drawing/2014/main" id="{5B87856F-08E0-4610-ACFE-4C5A93C5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06065"/>
            <a:ext cx="186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8F0"/>
            </a:solidFill>
            <a:prstDash val="solid"/>
          </a:ln>
        </p:spPr>
      </p:sp>
      <p:sp>
        <p:nvSpPr>
          <p:cNvPr id="78" name="reflect-table-row-2">
            <a:extLst xmlns:a="http://schemas.openxmlformats.org/drawingml/2006/main">
              <a:ext uri="{FF2B5EF4-FFF2-40B4-BE49-F238E27FC236}">
                <a16:creationId xmlns:a16="http://schemas.microsoft.com/office/drawing/2014/main" id="{72D2D95F-9617-40D3-8CAA-4E80D88B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97530"/>
            <a:ext cx="186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8F0"/>
            </a:solidFill>
            <a:prstDash val="solid"/>
          </a:ln>
        </p:spPr>
      </p:sp>
      <p:sp>
        <p:nvSpPr>
          <p:cNvPr id="79" name="reflect-table-row-3">
            <a:extLst xmlns:a="http://schemas.openxmlformats.org/drawingml/2006/main">
              <a:ext uri="{FF2B5EF4-FFF2-40B4-BE49-F238E27FC236}">
                <a16:creationId xmlns:a16="http://schemas.microsoft.com/office/drawing/2014/main" id="{58316AF6-9A76-4643-85EA-F63BAEF2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88995"/>
            <a:ext cx="186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8F0"/>
            </a:solidFill>
            <a:prstDash val="solid"/>
          </a:ln>
        </p:spPr>
      </p:sp>
      <p:sp>
        <p:nvSpPr>
          <p:cNvPr id="80" name="reflect-table-row-4">
            <a:extLst xmlns:a="http://schemas.openxmlformats.org/drawingml/2006/main">
              <a:ext uri="{FF2B5EF4-FFF2-40B4-BE49-F238E27FC236}">
                <a16:creationId xmlns:a16="http://schemas.microsoft.com/office/drawing/2014/main" id="{456BD4B5-A776-4894-8595-12FB777A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80460"/>
            <a:ext cx="186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8F0"/>
            </a:solidFill>
            <a:prstDash val="solid"/>
          </a:ln>
        </p:spPr>
      </p:sp>
      <p:sp>
        <p:nvSpPr>
          <p:cNvPr id="81" name="reflect-table-row-5">
            <a:extLst xmlns:a="http://schemas.openxmlformats.org/drawingml/2006/main">
              <a:ext uri="{FF2B5EF4-FFF2-40B4-BE49-F238E27FC236}">
                <a16:creationId xmlns:a16="http://schemas.microsoft.com/office/drawing/2014/main" id="{1B42D444-9F99-42F5-8D93-D04CB98C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71925"/>
            <a:ext cx="186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8F0"/>
            </a:solidFill>
            <a:prstDash val="solid"/>
          </a:ln>
        </p:spPr>
      </p:sp>
      <p:sp>
        <p:nvSpPr>
          <p:cNvPr id="82" name="reflect-table-col-1">
            <a:extLst xmlns:a="http://schemas.openxmlformats.org/drawingml/2006/main">
              <a:ext uri="{FF2B5EF4-FFF2-40B4-BE49-F238E27FC236}">
                <a16:creationId xmlns:a16="http://schemas.microsoft.com/office/drawing/2014/main" id="{AEFE4377-E2FF-472C-A8FA-1146763A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088" y="2514600"/>
            <a:ext cx="0" cy="1457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8F0"/>
            </a:solidFill>
            <a:prstDash val="solid"/>
          </a:ln>
        </p:spPr>
      </p:sp>
      <p:sp>
        <p:nvSpPr>
          <p:cNvPr id="83" name="reflect-table-col-2">
            <a:extLst xmlns:a="http://schemas.openxmlformats.org/drawingml/2006/main">
              <a:ext uri="{FF2B5EF4-FFF2-40B4-BE49-F238E27FC236}">
                <a16:creationId xmlns:a16="http://schemas.microsoft.com/office/drawing/2014/main" id="{37D99B0A-9EE5-4341-A9E2-22278F28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514600"/>
            <a:ext cx="0" cy="1457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8F0"/>
            </a:solidFill>
            <a:prstDash val="solid"/>
          </a:ln>
        </p:spPr>
      </p:sp>
      <p:sp>
        <p:nvSpPr>
          <p:cNvPr id="84" name="reflect-table-col-3">
            <a:extLst xmlns:a="http://schemas.openxmlformats.org/drawingml/2006/main">
              <a:ext uri="{FF2B5EF4-FFF2-40B4-BE49-F238E27FC236}">
                <a16:creationId xmlns:a16="http://schemas.microsoft.com/office/drawing/2014/main" id="{DC9BC05F-85CC-4E54-A6DF-FEABA081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8013" y="2514600"/>
            <a:ext cx="0" cy="1457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8F0"/>
            </a:solidFill>
            <a:prstDash val="solid"/>
          </a:ln>
        </p:spPr>
      </p:sp>
      <p:sp>
        <p:nvSpPr>
          <p:cNvPr id="85" name="reflect-table-checkbox-0">
            <a:extLst xmlns:a="http://schemas.openxmlformats.org/drawingml/2006/main">
              <a:ext uri="{FF2B5EF4-FFF2-40B4-BE49-F238E27FC236}">
                <a16:creationId xmlns:a16="http://schemas.microsoft.com/office/drawing/2014/main" id="{C94D293C-7931-4977-A926-134E6354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590800"/>
            <a:ext cx="123825" cy="1238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6" name="reflect-table-cell-0-1">
            <a:extLst xmlns:a="http://schemas.openxmlformats.org/drawingml/2006/main">
              <a:ext uri="{FF2B5EF4-FFF2-40B4-BE49-F238E27FC236}">
                <a16:creationId xmlns:a16="http://schemas.microsoft.com/office/drawing/2014/main" id="{6A295EA8-E942-4085-B1FC-798FED77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0763" y="2628900"/>
            <a:ext cx="290513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87" name="reflect-table-cell-0-2">
            <a:extLst xmlns:a="http://schemas.openxmlformats.org/drawingml/2006/main">
              <a:ext uri="{FF2B5EF4-FFF2-40B4-BE49-F238E27FC236}">
                <a16:creationId xmlns:a16="http://schemas.microsoft.com/office/drawing/2014/main" id="{B1FFD15E-9D52-44D9-9039-360EAE0A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628900"/>
            <a:ext cx="290513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88" name="reflect-table-cell-0-3">
            <a:extLst xmlns:a="http://schemas.openxmlformats.org/drawingml/2006/main">
              <a:ext uri="{FF2B5EF4-FFF2-40B4-BE49-F238E27FC236}">
                <a16:creationId xmlns:a16="http://schemas.microsoft.com/office/drawing/2014/main" id="{D20E2F85-029A-44A7-9589-0AA1B1AC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688" y="2628900"/>
            <a:ext cx="290513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89" name="reflect-table-checkbox-1">
            <a:extLst xmlns:a="http://schemas.openxmlformats.org/drawingml/2006/main">
              <a:ext uri="{FF2B5EF4-FFF2-40B4-BE49-F238E27FC236}">
                <a16:creationId xmlns:a16="http://schemas.microsoft.com/office/drawing/2014/main" id="{5FE019DC-4C80-4C97-B094-AD42F7DF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82265"/>
            <a:ext cx="123825" cy="1238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0" name="reflect-table-cell-1-1">
            <a:extLst xmlns:a="http://schemas.openxmlformats.org/drawingml/2006/main">
              <a:ext uri="{FF2B5EF4-FFF2-40B4-BE49-F238E27FC236}">
                <a16:creationId xmlns:a16="http://schemas.microsoft.com/office/drawing/2014/main" id="{5DFE4AEA-12F1-4718-9928-20F4D334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0763" y="2920365"/>
            <a:ext cx="290513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1" name="reflect-table-cell-1-2">
            <a:extLst xmlns:a="http://schemas.openxmlformats.org/drawingml/2006/main">
              <a:ext uri="{FF2B5EF4-FFF2-40B4-BE49-F238E27FC236}">
                <a16:creationId xmlns:a16="http://schemas.microsoft.com/office/drawing/2014/main" id="{6582612D-AAFC-47F0-AC71-F010324A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920365"/>
            <a:ext cx="290513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2" name="reflect-table-cell-1-3">
            <a:extLst xmlns:a="http://schemas.openxmlformats.org/drawingml/2006/main">
              <a:ext uri="{FF2B5EF4-FFF2-40B4-BE49-F238E27FC236}">
                <a16:creationId xmlns:a16="http://schemas.microsoft.com/office/drawing/2014/main" id="{114C1D36-0807-4A58-9C2E-B7C8F71E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688" y="2920365"/>
            <a:ext cx="290513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3" name="reflect-table-checkbox-2">
            <a:extLst xmlns:a="http://schemas.openxmlformats.org/drawingml/2006/main">
              <a:ext uri="{FF2B5EF4-FFF2-40B4-BE49-F238E27FC236}">
                <a16:creationId xmlns:a16="http://schemas.microsoft.com/office/drawing/2014/main" id="{88C202BB-E87F-4FB7-B294-5BAF59FA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173730"/>
            <a:ext cx="123825" cy="1238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94" name="reflect-table-cell-2-1">
            <a:extLst xmlns:a="http://schemas.openxmlformats.org/drawingml/2006/main">
              <a:ext uri="{FF2B5EF4-FFF2-40B4-BE49-F238E27FC236}">
                <a16:creationId xmlns:a16="http://schemas.microsoft.com/office/drawing/2014/main" id="{66CC6E95-3631-4D7C-859D-1EDBF02A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0763" y="3211830"/>
            <a:ext cx="290513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5" name="reflect-table-cell-2-2">
            <a:extLst xmlns:a="http://schemas.openxmlformats.org/drawingml/2006/main">
              <a:ext uri="{FF2B5EF4-FFF2-40B4-BE49-F238E27FC236}">
                <a16:creationId xmlns:a16="http://schemas.microsoft.com/office/drawing/2014/main" id="{B77BD13B-2B7D-4109-B6A9-F233268A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211830"/>
            <a:ext cx="290513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3C5FD"/>
          </a:solidFill>
          <a:ln xmlns:a="http://schemas.openxmlformats.org/drawingml/2006/main" w="0">
            <a:solidFill>
              <a:srgbClr val="93C5FD"/>
            </a:solidFill>
            <a:prstDash val="solid"/>
          </a:ln>
        </p:spPr>
      </p:sp>
      <p:sp>
        <p:nvSpPr>
          <p:cNvPr id="96" name="reflect-table-cell-2-3">
            <a:extLst xmlns:a="http://schemas.openxmlformats.org/drawingml/2006/main">
              <a:ext uri="{FF2B5EF4-FFF2-40B4-BE49-F238E27FC236}">
                <a16:creationId xmlns:a16="http://schemas.microsoft.com/office/drawing/2014/main" id="{E2721CA8-1ECA-4928-BDB9-0BF3574C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688" y="3211830"/>
            <a:ext cx="290513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7" name="reflect-table-checkbox-3">
            <a:extLst xmlns:a="http://schemas.openxmlformats.org/drawingml/2006/main">
              <a:ext uri="{FF2B5EF4-FFF2-40B4-BE49-F238E27FC236}">
                <a16:creationId xmlns:a16="http://schemas.microsoft.com/office/drawing/2014/main" id="{D21BBC73-FA70-4EC2-B205-2EF02720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65195"/>
            <a:ext cx="123825" cy="1238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98" name="reflect-table-cell-3-1">
            <a:extLst xmlns:a="http://schemas.openxmlformats.org/drawingml/2006/main">
              <a:ext uri="{FF2B5EF4-FFF2-40B4-BE49-F238E27FC236}">
                <a16:creationId xmlns:a16="http://schemas.microsoft.com/office/drawing/2014/main" id="{67098D02-2150-4164-ACF4-ED294F64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0763" y="3503295"/>
            <a:ext cx="290513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9" name="reflect-table-cell-3-2">
            <a:extLst xmlns:a="http://schemas.openxmlformats.org/drawingml/2006/main">
              <a:ext uri="{FF2B5EF4-FFF2-40B4-BE49-F238E27FC236}">
                <a16:creationId xmlns:a16="http://schemas.microsoft.com/office/drawing/2014/main" id="{364DA24A-B023-4F88-923D-370D457D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503295"/>
            <a:ext cx="290513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3C5FD"/>
          </a:solidFill>
          <a:ln xmlns:a="http://schemas.openxmlformats.org/drawingml/2006/main" w="0">
            <a:solidFill>
              <a:srgbClr val="93C5FD"/>
            </a:solidFill>
            <a:prstDash val="solid"/>
          </a:ln>
        </p:spPr>
      </p:sp>
      <p:sp>
        <p:nvSpPr>
          <p:cNvPr id="100" name="reflect-table-cell-3-3">
            <a:extLst xmlns:a="http://schemas.openxmlformats.org/drawingml/2006/main">
              <a:ext uri="{FF2B5EF4-FFF2-40B4-BE49-F238E27FC236}">
                <a16:creationId xmlns:a16="http://schemas.microsoft.com/office/drawing/2014/main" id="{87E064CB-13FF-412F-97AF-BB5C709D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688" y="3503295"/>
            <a:ext cx="290513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01" name="reflect-table-checkbox-4">
            <a:extLst xmlns:a="http://schemas.openxmlformats.org/drawingml/2006/main">
              <a:ext uri="{FF2B5EF4-FFF2-40B4-BE49-F238E27FC236}">
                <a16:creationId xmlns:a16="http://schemas.microsoft.com/office/drawing/2014/main" id="{58158ED2-5702-4EC1-97CF-65A3696D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756660"/>
            <a:ext cx="123825" cy="1238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2" name="reflect-table-cell-4-1">
            <a:extLst xmlns:a="http://schemas.openxmlformats.org/drawingml/2006/main">
              <a:ext uri="{FF2B5EF4-FFF2-40B4-BE49-F238E27FC236}">
                <a16:creationId xmlns:a16="http://schemas.microsoft.com/office/drawing/2014/main" id="{6B010CCA-38BB-457A-A19E-6EC43ECC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0763" y="3794760"/>
            <a:ext cx="290513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03" name="reflect-table-cell-4-2">
            <a:extLst xmlns:a="http://schemas.openxmlformats.org/drawingml/2006/main">
              <a:ext uri="{FF2B5EF4-FFF2-40B4-BE49-F238E27FC236}">
                <a16:creationId xmlns:a16="http://schemas.microsoft.com/office/drawing/2014/main" id="{B28D69DF-3F11-40C2-BA1A-34B41D09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794760"/>
            <a:ext cx="290513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04" name="reflect-table-cell-4-3">
            <a:extLst xmlns:a="http://schemas.openxmlformats.org/drawingml/2006/main">
              <a:ext uri="{FF2B5EF4-FFF2-40B4-BE49-F238E27FC236}">
                <a16:creationId xmlns:a16="http://schemas.microsoft.com/office/drawing/2014/main" id="{A3FB08BC-B23A-4D57-B96D-9123EABF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688" y="3794760"/>
            <a:ext cx="290513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05" name="reflect-check-1">
            <a:extLst xmlns:a="http://schemas.openxmlformats.org/drawingml/2006/main">
              <a:ext uri="{FF2B5EF4-FFF2-40B4-BE49-F238E27FC236}">
                <a16:creationId xmlns:a16="http://schemas.microsoft.com/office/drawing/2014/main" id="{BBBD1DF4-D9CB-489E-A9F9-37F4F294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15753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91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891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6" name="reflect-check-2">
            <a:extLst xmlns:a="http://schemas.openxmlformats.org/drawingml/2006/main">
              <a:ext uri="{FF2B5EF4-FFF2-40B4-BE49-F238E27FC236}">
                <a16:creationId xmlns:a16="http://schemas.microsoft.com/office/drawing/2014/main" id="{328BBBB0-1626-40F7-8167-F2927C8E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4900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91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891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7" name="reflect-sync">
            <a:extLst xmlns:a="http://schemas.openxmlformats.org/drawingml/2006/main">
              <a:ext uri="{FF2B5EF4-FFF2-40B4-BE49-F238E27FC236}">
                <a16:creationId xmlns:a16="http://schemas.microsoft.com/office/drawing/2014/main" id="{4716705B-CF18-486D-BEFB-866D0330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152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F172A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0F172A"/>
                </a:solidFill>
                <a:latin typeface="Pretendard"/>
                <a:ea typeface="Pretendard"/>
                <a:cs typeface="Pretendard"/>
              </a:rPr>
              <a:t>↻</a:t>
            </a:r>
          </a:p>
        </p:txBody>
      </p:sp>
      <p:sp>
        <p:nvSpPr>
          <p:cNvPr id="108" name="context-stage-arrow-1">
            <a:extLst xmlns:a="http://schemas.openxmlformats.org/drawingml/2006/main">
              <a:ext uri="{FF2B5EF4-FFF2-40B4-BE49-F238E27FC236}">
                <a16:creationId xmlns:a16="http://schemas.microsoft.com/office/drawing/2014/main" id="{1F411F88-4CA9-476B-B398-EAAA30A8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2381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109" name="context-stage-arrow-2">
            <a:extLst xmlns:a="http://schemas.openxmlformats.org/drawingml/2006/main">
              <a:ext uri="{FF2B5EF4-FFF2-40B4-BE49-F238E27FC236}">
                <a16:creationId xmlns:a16="http://schemas.microsoft.com/office/drawing/2014/main" id="{4AA88263-2C2A-486F-9936-226E4522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048000"/>
            <a:ext cx="2381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110" name="context-stage-arrow-3">
            <a:extLst xmlns:a="http://schemas.openxmlformats.org/drawingml/2006/main">
              <a:ext uri="{FF2B5EF4-FFF2-40B4-BE49-F238E27FC236}">
                <a16:creationId xmlns:a16="http://schemas.microsoft.com/office/drawing/2014/main" id="{9288CEEE-B5B5-4737-BFD5-809E9650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48000"/>
            <a:ext cx="2381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111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D8C63612-4C33-4EB0-BDB9-19ADFD69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F172A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0F172A"/>
                </a:solidFill>
                <a:latin typeface="Pretendard"/>
                <a:ea typeface="Pretendard"/>
                <a:cs typeface="Pretendard"/>
              </a:rPr>
              <a:t>항목 선택</a:t>
            </a:r>
          </a:p>
        </p:txBody>
      </p:sp>
      <p:sp>
        <p:nvSpPr>
          <p:cNvPr id="112" name="stage-1-caption">
            <a:extLst xmlns:a="http://schemas.openxmlformats.org/drawingml/2006/main">
              <a:ext uri="{FF2B5EF4-FFF2-40B4-BE49-F238E27FC236}">
                <a16:creationId xmlns:a16="http://schemas.microsoft.com/office/drawing/2014/main" id="{231CF732-95FB-4648-84A0-53BA9334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2266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업무 화면에서</a:t>
            </a:r>
          </a:p>
          <a:p xmlns:a="http://schemas.openxmlformats.org/drawingml/2006/main">
            <a:pPr algn="ctr">
              <a:def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수정할 항목 선택</a:t>
            </a:r>
          </a:p>
        </p:txBody>
      </p:sp>
      <p:sp>
        <p:nvSpPr>
          <p:cNvPr id="113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25B345D1-7594-47C4-9A8D-170049A8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5529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F172A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0F172A"/>
                </a:solidFill>
                <a:latin typeface="Pretendard"/>
                <a:ea typeface="Pretendard"/>
                <a:cs typeface="Pretendard"/>
              </a:rPr>
              <a:t>컨텍스트 첨부</a:t>
            </a:r>
          </a:p>
        </p:txBody>
      </p:sp>
      <p:sp>
        <p:nvSpPr>
          <p:cNvPr id="114" name="stage-2-caption">
            <a:extLst xmlns:a="http://schemas.openxmlformats.org/drawingml/2006/main">
              <a:ext uri="{FF2B5EF4-FFF2-40B4-BE49-F238E27FC236}">
                <a16:creationId xmlns:a16="http://schemas.microsoft.com/office/drawing/2014/main" id="{FBB629B6-0A16-401D-A7B9-46E9FE40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981575"/>
            <a:ext cx="2266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선택 정보를 배지로</a:t>
            </a:r>
          </a:p>
          <a:p xmlns:a="http://schemas.openxmlformats.org/drawingml/2006/main">
            <a:pPr algn="ctr">
              <a:def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요청에 함께 첨부</a:t>
            </a:r>
          </a:p>
        </p:txBody>
      </p:sp>
      <p:sp>
        <p:nvSpPr>
          <p:cNvPr id="115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4C9DC713-016A-4394-92C2-66E03E09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529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F172A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0F172A"/>
                </a:solidFill>
                <a:latin typeface="Pretendard"/>
                <a:ea typeface="Pretendard"/>
                <a:cs typeface="Pretendard"/>
              </a:rPr>
              <a:t>데이터 수정</a:t>
            </a:r>
          </a:p>
        </p:txBody>
      </p:sp>
      <p:sp>
        <p:nvSpPr>
          <p:cNvPr id="116" name="stage-3-caption">
            <a:extLst xmlns:a="http://schemas.openxmlformats.org/drawingml/2006/main">
              <a:ext uri="{FF2B5EF4-FFF2-40B4-BE49-F238E27FC236}">
                <a16:creationId xmlns:a16="http://schemas.microsoft.com/office/drawing/2014/main" id="{E132815F-4C89-466E-BE9D-0FC204B1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81575"/>
            <a:ext cx="2266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업무 Tool을 호출해</a:t>
            </a:r>
          </a:p>
          <a:p xmlns:a="http://schemas.openxmlformats.org/drawingml/2006/main">
            <a:pPr algn="ctr">
              <a:def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데이터 수정</a:t>
            </a:r>
          </a:p>
        </p:txBody>
      </p:sp>
      <p:sp>
        <p:nvSpPr>
          <p:cNvPr id="117" name="stage-4-title">
            <a:extLst xmlns:a="http://schemas.openxmlformats.org/drawingml/2006/main">
              <a:ext uri="{FF2B5EF4-FFF2-40B4-BE49-F238E27FC236}">
                <a16:creationId xmlns:a16="http://schemas.microsoft.com/office/drawing/2014/main" id="{AA179056-2315-41BD-9EF4-916E6A76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5529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F172A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0F172A"/>
                </a:solidFill>
                <a:latin typeface="Pretendard"/>
                <a:ea typeface="Pretendard"/>
                <a:cs typeface="Pretendard"/>
              </a:rPr>
              <a:t>화면 반영</a:t>
            </a:r>
          </a:p>
        </p:txBody>
      </p:sp>
      <p:sp>
        <p:nvSpPr>
          <p:cNvPr id="118" name="stage-4-caption">
            <a:extLst xmlns:a="http://schemas.openxmlformats.org/drawingml/2006/main">
              <a:ext uri="{FF2B5EF4-FFF2-40B4-BE49-F238E27FC236}">
                <a16:creationId xmlns:a16="http://schemas.microsoft.com/office/drawing/2014/main" id="{3781726D-0F46-4537-BB74-B95A98C8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981575"/>
            <a:ext cx="2266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변경 결과를</a:t>
            </a:r>
          </a:p>
          <a:p xmlns:a="http://schemas.openxmlformats.org/drawingml/2006/main">
            <a:pPr algn="ctr">
              <a:def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업무 화면에 즉시 반영</a:t>
            </a:r>
          </a:p>
        </p:txBody>
      </p:sp>
    </p:spTree>
    <p:extLst>
      <p:ext uri="{BB962C8B-B14F-4D97-AF65-F5344CB8AC3E}">
        <p14:creationId xmlns:p14="http://schemas.microsoft.com/office/powerpoint/2010/main" val="1620800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2026-07-30T07:41:25.9350000Z</dcterms:created>
  <dcterms:modified xsi:type="dcterms:W3CDTF">2026-07-30T07:41:25.9350000Z</dcterms:modified>
</coreProperties>
</file>